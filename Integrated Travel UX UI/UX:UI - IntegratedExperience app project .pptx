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9753600" cx="13004800"/>
  <p:notesSz cx="6858000" cy="9144000"/>
  <p:embeddedFontLst>
    <p:embeddedFont>
      <p:font typeface="Merriweather Sans"/>
      <p:regular r:id="rId18"/>
      <p:bold r:id="rId19"/>
      <p:italic r:id="rId20"/>
      <p:boldItalic r:id="rId21"/>
    </p:embeddedFont>
    <p:embeddedFont>
      <p:font typeface="Gill Sans"/>
      <p:regular r:id="rId22"/>
      <p:bold r:id="rId23"/>
    </p:embeddedFont>
    <p:embeddedFont>
      <p:font typeface="Questrial"/>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erriweatherSans-italic.fntdata"/><Relationship Id="rId11" Type="http://schemas.openxmlformats.org/officeDocument/2006/relationships/slide" Target="slides/slide7.xml"/><Relationship Id="rId22" Type="http://schemas.openxmlformats.org/officeDocument/2006/relationships/font" Target="fonts/GillSans-regular.fntdata"/><Relationship Id="rId10" Type="http://schemas.openxmlformats.org/officeDocument/2006/relationships/slide" Target="slides/slide6.xml"/><Relationship Id="rId21" Type="http://schemas.openxmlformats.org/officeDocument/2006/relationships/font" Target="fonts/MerriweatherSans-boldItalic.fntdata"/><Relationship Id="rId13" Type="http://schemas.openxmlformats.org/officeDocument/2006/relationships/slide" Target="slides/slide9.xml"/><Relationship Id="rId24" Type="http://schemas.openxmlformats.org/officeDocument/2006/relationships/font" Target="fonts/Questrial-regular.fntdata"/><Relationship Id="rId12" Type="http://schemas.openxmlformats.org/officeDocument/2006/relationships/slide" Target="slides/slide8.xml"/><Relationship Id="rId23"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MerriweatherSans-bold.fntdata"/><Relationship Id="rId6" Type="http://schemas.openxmlformats.org/officeDocument/2006/relationships/slide" Target="slides/slide2.xml"/><Relationship Id="rId18" Type="http://schemas.openxmlformats.org/officeDocument/2006/relationships/font" Target="fonts/Merriweather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1pPr>
            <a:lvl2pPr indent="-228600" lvl="1" marL="9144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2pPr>
            <a:lvl3pPr indent="-228600" lvl="2" marL="13716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3pPr>
            <a:lvl4pPr indent="-228600" lvl="3" marL="18288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4pPr>
            <a:lvl5pPr indent="-228600" lvl="4" marL="22860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5pPr>
            <a:lvl6pPr indent="-228600" lvl="5" marL="27432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6pPr>
            <a:lvl7pPr indent="-228600" lvl="6" marL="32004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7pPr>
            <a:lvl8pPr indent="-228600" lvl="7" marL="36576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8pPr>
            <a:lvl9pPr indent="-228600" lvl="8" marL="4114800" marR="0" rtl="0" algn="l">
              <a:spcBef>
                <a:spcPts val="0"/>
              </a:spcBef>
              <a:spcAft>
                <a:spcPts val="0"/>
              </a:spcAft>
              <a:buSzPts val="1400"/>
              <a:buNone/>
              <a:defRPr b="0" i="0" sz="1800" u="none" cap="none" strike="noStrike">
                <a:latin typeface="Merriweather Sans"/>
                <a:ea typeface="Merriweather Sans"/>
                <a:cs typeface="Merriweather Sans"/>
                <a:sym typeface="Merriweather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type="tx">
  <p:cSld name="TITLE_AND_BODY">
    <p:spTree>
      <p:nvGrpSpPr>
        <p:cNvPr id="12" name="Shape 12"/>
        <p:cNvGrpSpPr/>
        <p:nvPr/>
      </p:nvGrpSpPr>
      <p:grpSpPr>
        <a:xfrm>
          <a:off x="0" y="0"/>
          <a:ext cx="0" cy="0"/>
          <a:chOff x="0" y="0"/>
          <a:chExt cx="0" cy="0"/>
        </a:xfrm>
      </p:grpSpPr>
      <p:sp>
        <p:nvSpPr>
          <p:cNvPr id="13" name="Google Shape;13;p2"/>
          <p:cNvSpPr txBox="1"/>
          <p:nvPr>
            <p:ph type="title"/>
          </p:nvPr>
        </p:nvSpPr>
        <p:spPr>
          <a:xfrm>
            <a:off x="1270000" y="2984500"/>
            <a:ext cx="10452100" cy="2895600"/>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4000"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4" name="Google Shape;14;p2"/>
          <p:cNvSpPr txBox="1"/>
          <p:nvPr>
            <p:ph idx="12" type="sldNum"/>
          </p:nvPr>
        </p:nvSpPr>
        <p:spPr>
          <a:xfrm>
            <a:off x="6330950" y="9283700"/>
            <a:ext cx="317500" cy="3429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1pPr>
            <a:lvl2pPr indent="0" lvl="1"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2pPr>
            <a:lvl3pPr indent="0" lvl="2"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3pPr>
            <a:lvl4pPr indent="0" lvl="3"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4pPr>
            <a:lvl5pPr indent="0" lvl="4"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5pPr>
            <a:lvl6pPr indent="0" lvl="5"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6pPr>
            <a:lvl7pPr indent="0" lvl="6"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7pPr>
            <a:lvl8pPr indent="0" lvl="7"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8pPr>
            <a:lvl9pPr indent="0" lvl="8" marL="0" marR="0" rtl="0" algn="l">
              <a:lnSpc>
                <a:spcPct val="100000"/>
              </a:lnSpc>
              <a:spcBef>
                <a:spcPts val="0"/>
              </a:spcBef>
              <a:spcAft>
                <a:spcPts val="0"/>
              </a:spcAft>
              <a:buClr>
                <a:srgbClr val="0C0C0C"/>
              </a:buClr>
              <a:buFont typeface="Gill Sans"/>
              <a:buNone/>
              <a:defRPr b="0" i="0" sz="1600" u="none" cap="none" strike="noStrike">
                <a:solidFill>
                  <a:srgbClr val="0C0C0C"/>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15" name="Shape 15"/>
        <p:cNvGrpSpPr/>
        <p:nvPr/>
      </p:nvGrpSpPr>
      <p:grpSpPr>
        <a:xfrm>
          <a:off x="0" y="0"/>
          <a:ext cx="0" cy="0"/>
          <a:chOff x="0" y="0"/>
          <a:chExt cx="0" cy="0"/>
        </a:xfrm>
      </p:grpSpPr>
      <p:sp>
        <p:nvSpPr>
          <p:cNvPr id="16" name="Google Shape;16;p3"/>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3"/>
          <p:cNvSpPr txBox="1"/>
          <p:nvPr>
            <p:ph idx="1" type="body"/>
          </p:nvPr>
        </p:nvSpPr>
        <p:spPr>
          <a:xfrm>
            <a:off x="1092404" y="3251200"/>
            <a:ext cx="10368078" cy="572211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18" name="Google Shape;18;p3"/>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9" name="Shape 19"/>
        <p:cNvGrpSpPr/>
        <p:nvPr/>
      </p:nvGrpSpPr>
      <p:grpSpPr>
        <a:xfrm>
          <a:off x="0" y="0"/>
          <a:ext cx="0" cy="0"/>
          <a:chOff x="0" y="0"/>
          <a:chExt cx="0" cy="0"/>
        </a:xfrm>
      </p:grpSpPr>
      <p:sp>
        <p:nvSpPr>
          <p:cNvPr id="20" name="Google Shape;20;p4"/>
          <p:cNvSpPr/>
          <p:nvPr/>
        </p:nvSpPr>
        <p:spPr>
          <a:xfrm>
            <a:off x="0" y="1"/>
            <a:ext cx="13004800" cy="6502401"/>
          </a:xfrm>
          <a:prstGeom prst="rect">
            <a:avLst/>
          </a:prstGeom>
          <a:solidFill>
            <a:srgbClr val="864E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6773" y="1"/>
            <a:ext cx="12998029" cy="6502401"/>
          </a:xfrm>
          <a:custGeom>
            <a:rect b="b" l="l" r="r" t="t"/>
            <a:pathLst>
              <a:path extrusionOk="0" h="120000" w="120000">
                <a:moveTo>
                  <a:pt x="120000" y="109487"/>
                </a:moveTo>
                <a:lnTo>
                  <a:pt x="120000" y="117562"/>
                </a:lnTo>
                <a:lnTo>
                  <a:pt x="118983" y="120000"/>
                </a:lnTo>
                <a:lnTo>
                  <a:pt x="116433" y="120000"/>
                </a:lnTo>
                <a:cubicBezTo>
                  <a:pt x="117842" y="118022"/>
                  <a:pt x="118950" y="115285"/>
                  <a:pt x="119606" y="112098"/>
                </a:cubicBezTo>
                <a:close/>
                <a:moveTo>
                  <a:pt x="120000" y="105456"/>
                </a:moveTo>
                <a:lnTo>
                  <a:pt x="120000" y="108833"/>
                </a:lnTo>
                <a:lnTo>
                  <a:pt x="118983" y="109403"/>
                </a:lnTo>
                <a:cubicBezTo>
                  <a:pt x="116432" y="111182"/>
                  <a:pt x="114398" y="115071"/>
                  <a:pt x="113440" y="120000"/>
                </a:cubicBezTo>
                <a:lnTo>
                  <a:pt x="111634" y="120000"/>
                </a:lnTo>
                <a:cubicBezTo>
                  <a:pt x="112707" y="113375"/>
                  <a:pt x="115387" y="108144"/>
                  <a:pt x="118785" y="106032"/>
                </a:cubicBezTo>
                <a:close/>
                <a:moveTo>
                  <a:pt x="100055" y="104971"/>
                </a:moveTo>
                <a:lnTo>
                  <a:pt x="100280" y="105014"/>
                </a:lnTo>
                <a:cubicBezTo>
                  <a:pt x="100705" y="105028"/>
                  <a:pt x="101124" y="105106"/>
                  <a:pt x="101533" y="105252"/>
                </a:cubicBezTo>
                <a:cubicBezTo>
                  <a:pt x="101606" y="105241"/>
                  <a:pt x="101676" y="105266"/>
                  <a:pt x="101746" y="105292"/>
                </a:cubicBezTo>
                <a:lnTo>
                  <a:pt x="101747" y="105322"/>
                </a:lnTo>
                <a:cubicBezTo>
                  <a:pt x="105845" y="106678"/>
                  <a:pt x="109170" y="112428"/>
                  <a:pt x="110396" y="120000"/>
                </a:cubicBezTo>
                <a:lnTo>
                  <a:pt x="108590" y="120000"/>
                </a:lnTo>
                <a:cubicBezTo>
                  <a:pt x="107495" y="114366"/>
                  <a:pt x="104996" y="110092"/>
                  <a:pt x="101923" y="108772"/>
                </a:cubicBezTo>
                <a:cubicBezTo>
                  <a:pt x="102376" y="113376"/>
                  <a:pt x="103718" y="117362"/>
                  <a:pt x="105597" y="120000"/>
                </a:cubicBezTo>
                <a:lnTo>
                  <a:pt x="103047" y="120000"/>
                </a:lnTo>
                <a:cubicBezTo>
                  <a:pt x="101522" y="116866"/>
                  <a:pt x="100490" y="112821"/>
                  <a:pt x="100170" y="108333"/>
                </a:cubicBezTo>
                <a:cubicBezTo>
                  <a:pt x="100168" y="108332"/>
                  <a:pt x="100166" y="108332"/>
                  <a:pt x="100164" y="108331"/>
                </a:cubicBezTo>
                <a:lnTo>
                  <a:pt x="100157" y="108156"/>
                </a:lnTo>
                <a:cubicBezTo>
                  <a:pt x="100090" y="107362"/>
                  <a:pt x="100058" y="106551"/>
                  <a:pt x="100059" y="105729"/>
                </a:cubicBezTo>
                <a:cubicBezTo>
                  <a:pt x="100041" y="105581"/>
                  <a:pt x="100041" y="105433"/>
                  <a:pt x="100041" y="105283"/>
                </a:cubicBezTo>
                <a:lnTo>
                  <a:pt x="100048" y="104983"/>
                </a:lnTo>
                <a:lnTo>
                  <a:pt x="100055" y="104984"/>
                </a:lnTo>
                <a:close/>
                <a:moveTo>
                  <a:pt x="99757" y="104971"/>
                </a:moveTo>
                <a:lnTo>
                  <a:pt x="99757" y="104984"/>
                </a:lnTo>
                <a:lnTo>
                  <a:pt x="99763" y="104983"/>
                </a:lnTo>
                <a:lnTo>
                  <a:pt x="99771" y="105283"/>
                </a:lnTo>
                <a:cubicBezTo>
                  <a:pt x="99771" y="105433"/>
                  <a:pt x="99770" y="105581"/>
                  <a:pt x="99753" y="105729"/>
                </a:cubicBezTo>
                <a:cubicBezTo>
                  <a:pt x="99754" y="106551"/>
                  <a:pt x="99722" y="107362"/>
                  <a:pt x="99655" y="108156"/>
                </a:cubicBezTo>
                <a:lnTo>
                  <a:pt x="99648" y="108331"/>
                </a:lnTo>
                <a:cubicBezTo>
                  <a:pt x="99646" y="108332"/>
                  <a:pt x="99644" y="108332"/>
                  <a:pt x="99641" y="108333"/>
                </a:cubicBezTo>
                <a:cubicBezTo>
                  <a:pt x="99322" y="112821"/>
                  <a:pt x="98290" y="116866"/>
                  <a:pt x="96765" y="120000"/>
                </a:cubicBezTo>
                <a:lnTo>
                  <a:pt x="94215" y="120000"/>
                </a:lnTo>
                <a:cubicBezTo>
                  <a:pt x="96094" y="117362"/>
                  <a:pt x="97436" y="113376"/>
                  <a:pt x="97889" y="108772"/>
                </a:cubicBezTo>
                <a:cubicBezTo>
                  <a:pt x="94816" y="110092"/>
                  <a:pt x="92317" y="114366"/>
                  <a:pt x="91222" y="120000"/>
                </a:cubicBezTo>
                <a:lnTo>
                  <a:pt x="89416" y="120000"/>
                </a:lnTo>
                <a:cubicBezTo>
                  <a:pt x="90642" y="112428"/>
                  <a:pt x="93967" y="106678"/>
                  <a:pt x="98064" y="105322"/>
                </a:cubicBezTo>
                <a:lnTo>
                  <a:pt x="98066" y="105292"/>
                </a:lnTo>
                <a:cubicBezTo>
                  <a:pt x="98136" y="105266"/>
                  <a:pt x="98206" y="105241"/>
                  <a:pt x="98279" y="105252"/>
                </a:cubicBezTo>
                <a:cubicBezTo>
                  <a:pt x="98688" y="105106"/>
                  <a:pt x="99107" y="105028"/>
                  <a:pt x="99532" y="105014"/>
                </a:cubicBezTo>
                <a:close/>
                <a:moveTo>
                  <a:pt x="77837" y="104971"/>
                </a:moveTo>
                <a:lnTo>
                  <a:pt x="78061" y="105014"/>
                </a:lnTo>
                <a:cubicBezTo>
                  <a:pt x="78487" y="105028"/>
                  <a:pt x="78905" y="105106"/>
                  <a:pt x="79315" y="105252"/>
                </a:cubicBezTo>
                <a:cubicBezTo>
                  <a:pt x="79388" y="105241"/>
                  <a:pt x="79458" y="105266"/>
                  <a:pt x="79528" y="105292"/>
                </a:cubicBezTo>
                <a:lnTo>
                  <a:pt x="79529" y="105322"/>
                </a:lnTo>
                <a:cubicBezTo>
                  <a:pt x="83627" y="106678"/>
                  <a:pt x="86952" y="112428"/>
                  <a:pt x="88178" y="120000"/>
                </a:cubicBezTo>
                <a:lnTo>
                  <a:pt x="86372" y="120000"/>
                </a:lnTo>
                <a:cubicBezTo>
                  <a:pt x="85277" y="114366"/>
                  <a:pt x="82777" y="110092"/>
                  <a:pt x="79705" y="108772"/>
                </a:cubicBezTo>
                <a:cubicBezTo>
                  <a:pt x="80158" y="113376"/>
                  <a:pt x="81500" y="117362"/>
                  <a:pt x="83379" y="120000"/>
                </a:cubicBezTo>
                <a:lnTo>
                  <a:pt x="80828" y="120000"/>
                </a:lnTo>
                <a:cubicBezTo>
                  <a:pt x="79304" y="116866"/>
                  <a:pt x="78272" y="112821"/>
                  <a:pt x="77952" y="108333"/>
                </a:cubicBezTo>
                <a:cubicBezTo>
                  <a:pt x="77950" y="108332"/>
                  <a:pt x="77948" y="108332"/>
                  <a:pt x="77945" y="108331"/>
                </a:cubicBezTo>
                <a:lnTo>
                  <a:pt x="77938" y="108156"/>
                </a:lnTo>
                <a:cubicBezTo>
                  <a:pt x="77872" y="107362"/>
                  <a:pt x="77840" y="106551"/>
                  <a:pt x="77840" y="105729"/>
                </a:cubicBezTo>
                <a:cubicBezTo>
                  <a:pt x="77823" y="105581"/>
                  <a:pt x="77822" y="105433"/>
                  <a:pt x="77822" y="105283"/>
                </a:cubicBezTo>
                <a:lnTo>
                  <a:pt x="77830" y="104983"/>
                </a:lnTo>
                <a:lnTo>
                  <a:pt x="77837" y="104984"/>
                </a:lnTo>
                <a:close/>
                <a:moveTo>
                  <a:pt x="77538" y="104971"/>
                </a:moveTo>
                <a:lnTo>
                  <a:pt x="77539" y="104984"/>
                </a:lnTo>
                <a:lnTo>
                  <a:pt x="77545" y="104983"/>
                </a:lnTo>
                <a:lnTo>
                  <a:pt x="77553" y="105283"/>
                </a:lnTo>
                <a:cubicBezTo>
                  <a:pt x="77553" y="105433"/>
                  <a:pt x="77552" y="105581"/>
                  <a:pt x="77535" y="105729"/>
                </a:cubicBezTo>
                <a:cubicBezTo>
                  <a:pt x="77536" y="106551"/>
                  <a:pt x="77503" y="107362"/>
                  <a:pt x="77437" y="108156"/>
                </a:cubicBezTo>
                <a:lnTo>
                  <a:pt x="77430" y="108331"/>
                </a:lnTo>
                <a:cubicBezTo>
                  <a:pt x="77428" y="108332"/>
                  <a:pt x="77425" y="108332"/>
                  <a:pt x="77423" y="108333"/>
                </a:cubicBezTo>
                <a:cubicBezTo>
                  <a:pt x="77103" y="112821"/>
                  <a:pt x="76072" y="116866"/>
                  <a:pt x="74547" y="120000"/>
                </a:cubicBezTo>
                <a:lnTo>
                  <a:pt x="71996" y="120000"/>
                </a:lnTo>
                <a:cubicBezTo>
                  <a:pt x="73875" y="117362"/>
                  <a:pt x="75218" y="113376"/>
                  <a:pt x="75671" y="108772"/>
                </a:cubicBezTo>
                <a:cubicBezTo>
                  <a:pt x="72598" y="110092"/>
                  <a:pt x="70098" y="114366"/>
                  <a:pt x="69004" y="120000"/>
                </a:cubicBezTo>
                <a:lnTo>
                  <a:pt x="67198" y="120000"/>
                </a:lnTo>
                <a:cubicBezTo>
                  <a:pt x="68423" y="112428"/>
                  <a:pt x="71748" y="106678"/>
                  <a:pt x="75846" y="105322"/>
                </a:cubicBezTo>
                <a:lnTo>
                  <a:pt x="75848" y="105292"/>
                </a:lnTo>
                <a:cubicBezTo>
                  <a:pt x="75917" y="105266"/>
                  <a:pt x="75987" y="105241"/>
                  <a:pt x="76060" y="105252"/>
                </a:cubicBezTo>
                <a:cubicBezTo>
                  <a:pt x="76470" y="105106"/>
                  <a:pt x="76889" y="105028"/>
                  <a:pt x="77314" y="105014"/>
                </a:cubicBezTo>
                <a:close/>
                <a:moveTo>
                  <a:pt x="55619" y="104971"/>
                </a:moveTo>
                <a:lnTo>
                  <a:pt x="55843" y="105014"/>
                </a:lnTo>
                <a:cubicBezTo>
                  <a:pt x="56268" y="105028"/>
                  <a:pt x="56687" y="105106"/>
                  <a:pt x="57097" y="105252"/>
                </a:cubicBezTo>
                <a:cubicBezTo>
                  <a:pt x="57170" y="105241"/>
                  <a:pt x="57240" y="105266"/>
                  <a:pt x="57309" y="105292"/>
                </a:cubicBezTo>
                <a:lnTo>
                  <a:pt x="57311" y="105322"/>
                </a:lnTo>
                <a:cubicBezTo>
                  <a:pt x="61409" y="106678"/>
                  <a:pt x="64734" y="112428"/>
                  <a:pt x="65959" y="120000"/>
                </a:cubicBezTo>
                <a:lnTo>
                  <a:pt x="64153" y="120000"/>
                </a:lnTo>
                <a:cubicBezTo>
                  <a:pt x="63059" y="114366"/>
                  <a:pt x="60559" y="110092"/>
                  <a:pt x="57486" y="108772"/>
                </a:cubicBezTo>
                <a:cubicBezTo>
                  <a:pt x="57939" y="113376"/>
                  <a:pt x="59282" y="117362"/>
                  <a:pt x="61160" y="120000"/>
                </a:cubicBezTo>
                <a:lnTo>
                  <a:pt x="58610" y="120000"/>
                </a:lnTo>
                <a:cubicBezTo>
                  <a:pt x="57085" y="116866"/>
                  <a:pt x="56054" y="112821"/>
                  <a:pt x="55734" y="108333"/>
                </a:cubicBezTo>
                <a:cubicBezTo>
                  <a:pt x="55732" y="108332"/>
                  <a:pt x="55729" y="108332"/>
                  <a:pt x="55727" y="108331"/>
                </a:cubicBezTo>
                <a:lnTo>
                  <a:pt x="55720" y="108156"/>
                </a:lnTo>
                <a:cubicBezTo>
                  <a:pt x="55654" y="107362"/>
                  <a:pt x="55621" y="106551"/>
                  <a:pt x="55622" y="105729"/>
                </a:cubicBezTo>
                <a:cubicBezTo>
                  <a:pt x="55605" y="105581"/>
                  <a:pt x="55604" y="105433"/>
                  <a:pt x="55604" y="105283"/>
                </a:cubicBezTo>
                <a:lnTo>
                  <a:pt x="55612" y="104983"/>
                </a:lnTo>
                <a:lnTo>
                  <a:pt x="55618" y="104984"/>
                </a:lnTo>
                <a:close/>
                <a:moveTo>
                  <a:pt x="55320" y="104971"/>
                </a:moveTo>
                <a:lnTo>
                  <a:pt x="55320" y="104984"/>
                </a:lnTo>
                <a:lnTo>
                  <a:pt x="55327" y="104983"/>
                </a:lnTo>
                <a:lnTo>
                  <a:pt x="55335" y="105283"/>
                </a:lnTo>
                <a:cubicBezTo>
                  <a:pt x="55335" y="105433"/>
                  <a:pt x="55334" y="105581"/>
                  <a:pt x="55317" y="105729"/>
                </a:cubicBezTo>
                <a:cubicBezTo>
                  <a:pt x="55317" y="106551"/>
                  <a:pt x="55285" y="107362"/>
                  <a:pt x="55219" y="108156"/>
                </a:cubicBezTo>
                <a:lnTo>
                  <a:pt x="55212" y="108331"/>
                </a:lnTo>
                <a:cubicBezTo>
                  <a:pt x="55209" y="108332"/>
                  <a:pt x="55207" y="108332"/>
                  <a:pt x="55205" y="108333"/>
                </a:cubicBezTo>
                <a:cubicBezTo>
                  <a:pt x="54885" y="112821"/>
                  <a:pt x="53853" y="116866"/>
                  <a:pt x="52329" y="120000"/>
                </a:cubicBezTo>
                <a:lnTo>
                  <a:pt x="49778" y="120000"/>
                </a:lnTo>
                <a:cubicBezTo>
                  <a:pt x="51657" y="117362"/>
                  <a:pt x="52999" y="113376"/>
                  <a:pt x="53452" y="108772"/>
                </a:cubicBezTo>
                <a:cubicBezTo>
                  <a:pt x="50380" y="110092"/>
                  <a:pt x="47880" y="114366"/>
                  <a:pt x="46785" y="120000"/>
                </a:cubicBezTo>
                <a:lnTo>
                  <a:pt x="44979" y="120000"/>
                </a:lnTo>
                <a:cubicBezTo>
                  <a:pt x="46205" y="112428"/>
                  <a:pt x="49530" y="106678"/>
                  <a:pt x="53628" y="105322"/>
                </a:cubicBezTo>
                <a:lnTo>
                  <a:pt x="53629" y="105292"/>
                </a:lnTo>
                <a:cubicBezTo>
                  <a:pt x="53699" y="105266"/>
                  <a:pt x="53769" y="105241"/>
                  <a:pt x="53842" y="105252"/>
                </a:cubicBezTo>
                <a:cubicBezTo>
                  <a:pt x="54252" y="105106"/>
                  <a:pt x="54670" y="105028"/>
                  <a:pt x="55096" y="105014"/>
                </a:cubicBezTo>
                <a:close/>
                <a:moveTo>
                  <a:pt x="33400" y="104971"/>
                </a:moveTo>
                <a:lnTo>
                  <a:pt x="33625" y="105014"/>
                </a:lnTo>
                <a:cubicBezTo>
                  <a:pt x="34050" y="105028"/>
                  <a:pt x="34469" y="105106"/>
                  <a:pt x="34878" y="105252"/>
                </a:cubicBezTo>
                <a:cubicBezTo>
                  <a:pt x="34951" y="105241"/>
                  <a:pt x="35021" y="105266"/>
                  <a:pt x="35091" y="105292"/>
                </a:cubicBezTo>
                <a:lnTo>
                  <a:pt x="35093" y="105322"/>
                </a:lnTo>
                <a:cubicBezTo>
                  <a:pt x="39190" y="106678"/>
                  <a:pt x="42515" y="112428"/>
                  <a:pt x="43741" y="120000"/>
                </a:cubicBezTo>
                <a:lnTo>
                  <a:pt x="41935" y="120000"/>
                </a:lnTo>
                <a:cubicBezTo>
                  <a:pt x="40840" y="114366"/>
                  <a:pt x="38341" y="110092"/>
                  <a:pt x="35268" y="108772"/>
                </a:cubicBezTo>
                <a:cubicBezTo>
                  <a:pt x="35721" y="113376"/>
                  <a:pt x="37063" y="117362"/>
                  <a:pt x="38942" y="120000"/>
                </a:cubicBezTo>
                <a:lnTo>
                  <a:pt x="36392" y="120000"/>
                </a:lnTo>
                <a:cubicBezTo>
                  <a:pt x="34867" y="116866"/>
                  <a:pt x="33835" y="112821"/>
                  <a:pt x="33516" y="108333"/>
                </a:cubicBezTo>
                <a:cubicBezTo>
                  <a:pt x="33513" y="108332"/>
                  <a:pt x="33511" y="108332"/>
                  <a:pt x="33509" y="108331"/>
                </a:cubicBezTo>
                <a:lnTo>
                  <a:pt x="33502" y="108156"/>
                </a:lnTo>
                <a:cubicBezTo>
                  <a:pt x="33435" y="107362"/>
                  <a:pt x="33403" y="106551"/>
                  <a:pt x="33404" y="105729"/>
                </a:cubicBezTo>
                <a:cubicBezTo>
                  <a:pt x="33387" y="105581"/>
                  <a:pt x="33386" y="105433"/>
                  <a:pt x="33386" y="105283"/>
                </a:cubicBezTo>
                <a:lnTo>
                  <a:pt x="33394" y="104983"/>
                </a:lnTo>
                <a:lnTo>
                  <a:pt x="33400" y="104984"/>
                </a:lnTo>
                <a:close/>
                <a:moveTo>
                  <a:pt x="33102" y="104971"/>
                </a:moveTo>
                <a:lnTo>
                  <a:pt x="33102" y="104984"/>
                </a:lnTo>
                <a:lnTo>
                  <a:pt x="33109" y="104983"/>
                </a:lnTo>
                <a:lnTo>
                  <a:pt x="33116" y="105283"/>
                </a:lnTo>
                <a:cubicBezTo>
                  <a:pt x="33116" y="105433"/>
                  <a:pt x="33116" y="105581"/>
                  <a:pt x="33098" y="105729"/>
                </a:cubicBezTo>
                <a:cubicBezTo>
                  <a:pt x="33099" y="106551"/>
                  <a:pt x="33067" y="107362"/>
                  <a:pt x="33000" y="108156"/>
                </a:cubicBezTo>
                <a:lnTo>
                  <a:pt x="32993" y="108331"/>
                </a:lnTo>
                <a:cubicBezTo>
                  <a:pt x="32991" y="108332"/>
                  <a:pt x="32989" y="108332"/>
                  <a:pt x="32987" y="108333"/>
                </a:cubicBezTo>
                <a:cubicBezTo>
                  <a:pt x="32667" y="112821"/>
                  <a:pt x="31635" y="116866"/>
                  <a:pt x="30110" y="120000"/>
                </a:cubicBezTo>
                <a:lnTo>
                  <a:pt x="27560" y="120000"/>
                </a:lnTo>
                <a:cubicBezTo>
                  <a:pt x="29439" y="117362"/>
                  <a:pt x="30781" y="113376"/>
                  <a:pt x="31234" y="108772"/>
                </a:cubicBezTo>
                <a:cubicBezTo>
                  <a:pt x="28161" y="110092"/>
                  <a:pt x="25662" y="114366"/>
                  <a:pt x="24567" y="120000"/>
                </a:cubicBezTo>
                <a:lnTo>
                  <a:pt x="22761" y="120000"/>
                </a:lnTo>
                <a:cubicBezTo>
                  <a:pt x="23987" y="112428"/>
                  <a:pt x="27312" y="106678"/>
                  <a:pt x="31410" y="105322"/>
                </a:cubicBezTo>
                <a:lnTo>
                  <a:pt x="31411" y="105292"/>
                </a:lnTo>
                <a:cubicBezTo>
                  <a:pt x="31481" y="105266"/>
                  <a:pt x="31551" y="105241"/>
                  <a:pt x="31624" y="105252"/>
                </a:cubicBezTo>
                <a:cubicBezTo>
                  <a:pt x="32033" y="105106"/>
                  <a:pt x="32452" y="105028"/>
                  <a:pt x="32877" y="105014"/>
                </a:cubicBezTo>
                <a:close/>
                <a:moveTo>
                  <a:pt x="11182" y="104971"/>
                </a:moveTo>
                <a:lnTo>
                  <a:pt x="11407" y="105014"/>
                </a:lnTo>
                <a:cubicBezTo>
                  <a:pt x="11832" y="105028"/>
                  <a:pt x="12251" y="105106"/>
                  <a:pt x="12660" y="105252"/>
                </a:cubicBezTo>
                <a:cubicBezTo>
                  <a:pt x="12733" y="105241"/>
                  <a:pt x="12803" y="105266"/>
                  <a:pt x="12873" y="105292"/>
                </a:cubicBezTo>
                <a:lnTo>
                  <a:pt x="12874" y="105322"/>
                </a:lnTo>
                <a:cubicBezTo>
                  <a:pt x="16972" y="106678"/>
                  <a:pt x="20297" y="112428"/>
                  <a:pt x="21523" y="120000"/>
                </a:cubicBezTo>
                <a:lnTo>
                  <a:pt x="19717" y="120000"/>
                </a:lnTo>
                <a:cubicBezTo>
                  <a:pt x="18622" y="114366"/>
                  <a:pt x="16122" y="110092"/>
                  <a:pt x="13050" y="108772"/>
                </a:cubicBezTo>
                <a:cubicBezTo>
                  <a:pt x="13503" y="113376"/>
                  <a:pt x="14845" y="117362"/>
                  <a:pt x="16724" y="120000"/>
                </a:cubicBezTo>
                <a:lnTo>
                  <a:pt x="14174" y="120000"/>
                </a:lnTo>
                <a:cubicBezTo>
                  <a:pt x="12649" y="116866"/>
                  <a:pt x="11617" y="112821"/>
                  <a:pt x="11297" y="108333"/>
                </a:cubicBezTo>
                <a:cubicBezTo>
                  <a:pt x="11295" y="108332"/>
                  <a:pt x="11293" y="108332"/>
                  <a:pt x="11291" y="108331"/>
                </a:cubicBezTo>
                <a:lnTo>
                  <a:pt x="11284" y="108156"/>
                </a:lnTo>
                <a:cubicBezTo>
                  <a:pt x="11217" y="107362"/>
                  <a:pt x="11185" y="106551"/>
                  <a:pt x="11185" y="105729"/>
                </a:cubicBezTo>
                <a:cubicBezTo>
                  <a:pt x="11168" y="105581"/>
                  <a:pt x="11167" y="105433"/>
                  <a:pt x="11167" y="105283"/>
                </a:cubicBezTo>
                <a:lnTo>
                  <a:pt x="11175" y="104983"/>
                </a:lnTo>
                <a:lnTo>
                  <a:pt x="11182" y="104984"/>
                </a:lnTo>
                <a:close/>
                <a:moveTo>
                  <a:pt x="10883" y="104971"/>
                </a:moveTo>
                <a:lnTo>
                  <a:pt x="10884" y="104984"/>
                </a:lnTo>
                <a:lnTo>
                  <a:pt x="10890" y="104983"/>
                </a:lnTo>
                <a:lnTo>
                  <a:pt x="10898" y="105283"/>
                </a:lnTo>
                <a:cubicBezTo>
                  <a:pt x="10898" y="105433"/>
                  <a:pt x="10897" y="105581"/>
                  <a:pt x="10880" y="105729"/>
                </a:cubicBezTo>
                <a:cubicBezTo>
                  <a:pt x="10881" y="106551"/>
                  <a:pt x="10849" y="107362"/>
                  <a:pt x="10782" y="108156"/>
                </a:cubicBezTo>
                <a:lnTo>
                  <a:pt x="10775" y="108331"/>
                </a:lnTo>
                <a:cubicBezTo>
                  <a:pt x="10773" y="108332"/>
                  <a:pt x="10771" y="108332"/>
                  <a:pt x="10768" y="108333"/>
                </a:cubicBezTo>
                <a:cubicBezTo>
                  <a:pt x="10448" y="112821"/>
                  <a:pt x="9417" y="116866"/>
                  <a:pt x="7892" y="120000"/>
                </a:cubicBezTo>
                <a:lnTo>
                  <a:pt x="5342" y="120000"/>
                </a:lnTo>
                <a:cubicBezTo>
                  <a:pt x="7221" y="117362"/>
                  <a:pt x="8563" y="113376"/>
                  <a:pt x="9016" y="108772"/>
                </a:cubicBezTo>
                <a:cubicBezTo>
                  <a:pt x="5943" y="110092"/>
                  <a:pt x="3444" y="114366"/>
                  <a:pt x="2349" y="120000"/>
                </a:cubicBezTo>
                <a:lnTo>
                  <a:pt x="543" y="120000"/>
                </a:lnTo>
                <a:cubicBezTo>
                  <a:pt x="1769" y="112428"/>
                  <a:pt x="5094" y="106678"/>
                  <a:pt x="9191" y="105322"/>
                </a:cubicBezTo>
                <a:lnTo>
                  <a:pt x="9193" y="105292"/>
                </a:lnTo>
                <a:cubicBezTo>
                  <a:pt x="9262" y="105266"/>
                  <a:pt x="9332" y="105241"/>
                  <a:pt x="9406" y="105252"/>
                </a:cubicBezTo>
                <a:cubicBezTo>
                  <a:pt x="9815" y="105106"/>
                  <a:pt x="10234" y="105028"/>
                  <a:pt x="10659" y="105014"/>
                </a:cubicBezTo>
                <a:close/>
                <a:moveTo>
                  <a:pt x="109057" y="86743"/>
                </a:moveTo>
                <a:cubicBezTo>
                  <a:pt x="105443" y="88283"/>
                  <a:pt x="102623" y="93876"/>
                  <a:pt x="101923" y="100931"/>
                </a:cubicBezTo>
                <a:cubicBezTo>
                  <a:pt x="105536" y="99391"/>
                  <a:pt x="108357" y="93797"/>
                  <a:pt x="109057" y="86743"/>
                </a:cubicBezTo>
                <a:close/>
                <a:moveTo>
                  <a:pt x="90755" y="86743"/>
                </a:moveTo>
                <a:cubicBezTo>
                  <a:pt x="91455" y="93797"/>
                  <a:pt x="94275" y="99391"/>
                  <a:pt x="97889" y="100931"/>
                </a:cubicBezTo>
                <a:cubicBezTo>
                  <a:pt x="97189" y="93876"/>
                  <a:pt x="94368" y="88283"/>
                  <a:pt x="90755" y="86743"/>
                </a:cubicBezTo>
                <a:close/>
                <a:moveTo>
                  <a:pt x="86838" y="86743"/>
                </a:moveTo>
                <a:cubicBezTo>
                  <a:pt x="83225" y="88283"/>
                  <a:pt x="80404" y="93876"/>
                  <a:pt x="79705" y="100931"/>
                </a:cubicBezTo>
                <a:cubicBezTo>
                  <a:pt x="83318" y="99391"/>
                  <a:pt x="86139" y="93797"/>
                  <a:pt x="86838" y="86743"/>
                </a:cubicBezTo>
                <a:close/>
                <a:moveTo>
                  <a:pt x="68537" y="86743"/>
                </a:moveTo>
                <a:cubicBezTo>
                  <a:pt x="69236" y="93797"/>
                  <a:pt x="72057" y="99391"/>
                  <a:pt x="75671" y="100931"/>
                </a:cubicBezTo>
                <a:cubicBezTo>
                  <a:pt x="74971" y="93876"/>
                  <a:pt x="72150" y="88283"/>
                  <a:pt x="68537" y="86743"/>
                </a:cubicBezTo>
                <a:close/>
                <a:moveTo>
                  <a:pt x="64620" y="86743"/>
                </a:moveTo>
                <a:cubicBezTo>
                  <a:pt x="61007" y="88283"/>
                  <a:pt x="58186" y="93876"/>
                  <a:pt x="57486" y="100931"/>
                </a:cubicBezTo>
                <a:cubicBezTo>
                  <a:pt x="61100" y="99391"/>
                  <a:pt x="63921" y="93797"/>
                  <a:pt x="64620" y="86743"/>
                </a:cubicBezTo>
                <a:close/>
                <a:moveTo>
                  <a:pt x="46318" y="86743"/>
                </a:moveTo>
                <a:cubicBezTo>
                  <a:pt x="47018" y="93797"/>
                  <a:pt x="49839" y="99391"/>
                  <a:pt x="53452" y="100931"/>
                </a:cubicBezTo>
                <a:cubicBezTo>
                  <a:pt x="52753" y="93876"/>
                  <a:pt x="49932" y="88283"/>
                  <a:pt x="46318" y="86743"/>
                </a:cubicBezTo>
                <a:close/>
                <a:moveTo>
                  <a:pt x="42402" y="86743"/>
                </a:moveTo>
                <a:cubicBezTo>
                  <a:pt x="38789" y="88283"/>
                  <a:pt x="35968" y="93876"/>
                  <a:pt x="35268" y="100931"/>
                </a:cubicBezTo>
                <a:cubicBezTo>
                  <a:pt x="38881" y="99391"/>
                  <a:pt x="41702" y="93797"/>
                  <a:pt x="42402" y="86743"/>
                </a:cubicBezTo>
                <a:close/>
                <a:moveTo>
                  <a:pt x="24100" y="86743"/>
                </a:moveTo>
                <a:cubicBezTo>
                  <a:pt x="24800" y="93797"/>
                  <a:pt x="27621" y="99391"/>
                  <a:pt x="31234" y="100931"/>
                </a:cubicBezTo>
                <a:cubicBezTo>
                  <a:pt x="30534" y="93876"/>
                  <a:pt x="27714" y="88283"/>
                  <a:pt x="24100" y="86743"/>
                </a:cubicBezTo>
                <a:close/>
                <a:moveTo>
                  <a:pt x="20184" y="86743"/>
                </a:moveTo>
                <a:cubicBezTo>
                  <a:pt x="16570" y="88283"/>
                  <a:pt x="13749" y="93876"/>
                  <a:pt x="13050" y="100931"/>
                </a:cubicBezTo>
                <a:cubicBezTo>
                  <a:pt x="16663" y="99391"/>
                  <a:pt x="19484" y="93797"/>
                  <a:pt x="20184" y="86743"/>
                </a:cubicBezTo>
                <a:close/>
                <a:moveTo>
                  <a:pt x="1882" y="86743"/>
                </a:moveTo>
                <a:cubicBezTo>
                  <a:pt x="2581" y="93797"/>
                  <a:pt x="5402" y="99391"/>
                  <a:pt x="9016" y="100931"/>
                </a:cubicBezTo>
                <a:cubicBezTo>
                  <a:pt x="8316" y="93876"/>
                  <a:pt x="5495" y="88283"/>
                  <a:pt x="1882" y="86743"/>
                </a:cubicBezTo>
                <a:close/>
                <a:moveTo>
                  <a:pt x="111106" y="82971"/>
                </a:moveTo>
                <a:lnTo>
                  <a:pt x="111330" y="83013"/>
                </a:lnTo>
                <a:cubicBezTo>
                  <a:pt x="111755" y="83027"/>
                  <a:pt x="112174" y="83105"/>
                  <a:pt x="112583" y="83249"/>
                </a:cubicBezTo>
                <a:cubicBezTo>
                  <a:pt x="112657" y="83239"/>
                  <a:pt x="112727" y="83263"/>
                  <a:pt x="112796" y="83290"/>
                </a:cubicBezTo>
                <a:lnTo>
                  <a:pt x="112798" y="83319"/>
                </a:lnTo>
                <a:cubicBezTo>
                  <a:pt x="115743" y="84286"/>
                  <a:pt x="118288" y="87505"/>
                  <a:pt x="119945" y="92026"/>
                </a:cubicBezTo>
                <a:lnTo>
                  <a:pt x="120000" y="92204"/>
                </a:lnTo>
                <a:lnTo>
                  <a:pt x="120000" y="100160"/>
                </a:lnTo>
                <a:lnTo>
                  <a:pt x="119748" y="98359"/>
                </a:lnTo>
                <a:cubicBezTo>
                  <a:pt x="118690" y="92541"/>
                  <a:pt x="116135" y="88090"/>
                  <a:pt x="112973" y="86743"/>
                </a:cubicBezTo>
                <a:cubicBezTo>
                  <a:pt x="113585" y="92915"/>
                  <a:pt x="115822" y="97969"/>
                  <a:pt x="118792" y="100168"/>
                </a:cubicBezTo>
                <a:lnTo>
                  <a:pt x="120000" y="100868"/>
                </a:lnTo>
                <a:lnTo>
                  <a:pt x="120000" y="104215"/>
                </a:lnTo>
                <a:lnTo>
                  <a:pt x="118568" y="103511"/>
                </a:lnTo>
                <a:cubicBezTo>
                  <a:pt x="114696" y="100950"/>
                  <a:pt x="111798" y="94347"/>
                  <a:pt x="111221" y="86307"/>
                </a:cubicBezTo>
                <a:cubicBezTo>
                  <a:pt x="111218" y="86305"/>
                  <a:pt x="111216" y="86305"/>
                  <a:pt x="111214" y="86305"/>
                </a:cubicBezTo>
                <a:lnTo>
                  <a:pt x="111207" y="86131"/>
                </a:lnTo>
                <a:cubicBezTo>
                  <a:pt x="111140" y="85343"/>
                  <a:pt x="111108" y="84539"/>
                  <a:pt x="111109" y="83723"/>
                </a:cubicBezTo>
                <a:cubicBezTo>
                  <a:pt x="111092" y="83577"/>
                  <a:pt x="111091" y="83429"/>
                  <a:pt x="111091" y="83281"/>
                </a:cubicBezTo>
                <a:lnTo>
                  <a:pt x="111099" y="82983"/>
                </a:lnTo>
                <a:lnTo>
                  <a:pt x="111105" y="82984"/>
                </a:lnTo>
                <a:close/>
                <a:moveTo>
                  <a:pt x="110925" y="82971"/>
                </a:moveTo>
                <a:lnTo>
                  <a:pt x="110925" y="82984"/>
                </a:lnTo>
                <a:lnTo>
                  <a:pt x="110931" y="82983"/>
                </a:lnTo>
                <a:lnTo>
                  <a:pt x="110939" y="83281"/>
                </a:lnTo>
                <a:cubicBezTo>
                  <a:pt x="110939" y="83429"/>
                  <a:pt x="110938" y="83577"/>
                  <a:pt x="110921" y="83723"/>
                </a:cubicBezTo>
                <a:cubicBezTo>
                  <a:pt x="110922" y="84539"/>
                  <a:pt x="110890" y="85343"/>
                  <a:pt x="110823" y="86131"/>
                </a:cubicBezTo>
                <a:lnTo>
                  <a:pt x="110816" y="86305"/>
                </a:lnTo>
                <a:cubicBezTo>
                  <a:pt x="110814" y="86305"/>
                  <a:pt x="110812" y="86305"/>
                  <a:pt x="110809" y="86307"/>
                </a:cubicBezTo>
                <a:cubicBezTo>
                  <a:pt x="110149" y="95496"/>
                  <a:pt x="106459" y="102807"/>
                  <a:pt x="101747" y="104354"/>
                </a:cubicBezTo>
                <a:lnTo>
                  <a:pt x="101746" y="104384"/>
                </a:lnTo>
                <a:cubicBezTo>
                  <a:pt x="101676" y="104410"/>
                  <a:pt x="101606" y="104435"/>
                  <a:pt x="101533" y="104424"/>
                </a:cubicBezTo>
                <a:cubicBezTo>
                  <a:pt x="101124" y="104569"/>
                  <a:pt x="100705" y="104646"/>
                  <a:pt x="100280" y="104660"/>
                </a:cubicBezTo>
                <a:lnTo>
                  <a:pt x="100055" y="104702"/>
                </a:lnTo>
                <a:lnTo>
                  <a:pt x="100055" y="104689"/>
                </a:lnTo>
                <a:lnTo>
                  <a:pt x="100048" y="104690"/>
                </a:lnTo>
                <a:cubicBezTo>
                  <a:pt x="100041" y="104591"/>
                  <a:pt x="100041" y="104492"/>
                  <a:pt x="100041" y="104392"/>
                </a:cubicBezTo>
                <a:cubicBezTo>
                  <a:pt x="100041" y="104244"/>
                  <a:pt x="100041" y="104097"/>
                  <a:pt x="100059" y="103950"/>
                </a:cubicBezTo>
                <a:cubicBezTo>
                  <a:pt x="100058" y="103134"/>
                  <a:pt x="100090" y="102330"/>
                  <a:pt x="100157" y="101542"/>
                </a:cubicBezTo>
                <a:lnTo>
                  <a:pt x="100164" y="101368"/>
                </a:lnTo>
                <a:cubicBezTo>
                  <a:pt x="100166" y="101368"/>
                  <a:pt x="100168" y="101368"/>
                  <a:pt x="100170" y="101367"/>
                </a:cubicBezTo>
                <a:cubicBezTo>
                  <a:pt x="100830" y="92178"/>
                  <a:pt x="104521" y="84866"/>
                  <a:pt x="109232" y="83319"/>
                </a:cubicBezTo>
                <a:lnTo>
                  <a:pt x="109234" y="83290"/>
                </a:lnTo>
                <a:cubicBezTo>
                  <a:pt x="109304" y="83263"/>
                  <a:pt x="109374" y="83239"/>
                  <a:pt x="109447" y="83249"/>
                </a:cubicBezTo>
                <a:cubicBezTo>
                  <a:pt x="109856" y="83105"/>
                  <a:pt x="110275" y="83027"/>
                  <a:pt x="110700" y="83013"/>
                </a:cubicBezTo>
                <a:close/>
                <a:moveTo>
                  <a:pt x="88887" y="82971"/>
                </a:moveTo>
                <a:lnTo>
                  <a:pt x="89112" y="83013"/>
                </a:lnTo>
                <a:cubicBezTo>
                  <a:pt x="89537" y="83027"/>
                  <a:pt x="89956" y="83105"/>
                  <a:pt x="90365" y="83249"/>
                </a:cubicBezTo>
                <a:cubicBezTo>
                  <a:pt x="90438" y="83239"/>
                  <a:pt x="90508" y="83263"/>
                  <a:pt x="90578" y="83290"/>
                </a:cubicBezTo>
                <a:lnTo>
                  <a:pt x="90579" y="83319"/>
                </a:lnTo>
                <a:cubicBezTo>
                  <a:pt x="95291" y="84866"/>
                  <a:pt x="98981" y="92178"/>
                  <a:pt x="99641" y="101367"/>
                </a:cubicBezTo>
                <a:cubicBezTo>
                  <a:pt x="99644" y="101368"/>
                  <a:pt x="99646" y="101368"/>
                  <a:pt x="99648" y="101368"/>
                </a:cubicBezTo>
                <a:lnTo>
                  <a:pt x="99655" y="101542"/>
                </a:lnTo>
                <a:cubicBezTo>
                  <a:pt x="99722" y="102330"/>
                  <a:pt x="99754" y="103134"/>
                  <a:pt x="99753" y="103950"/>
                </a:cubicBezTo>
                <a:cubicBezTo>
                  <a:pt x="99770" y="104097"/>
                  <a:pt x="99771" y="104244"/>
                  <a:pt x="99771" y="104392"/>
                </a:cubicBezTo>
                <a:cubicBezTo>
                  <a:pt x="99771" y="104492"/>
                  <a:pt x="99771" y="104591"/>
                  <a:pt x="99763" y="104690"/>
                </a:cubicBezTo>
                <a:lnTo>
                  <a:pt x="99757" y="104689"/>
                </a:lnTo>
                <a:lnTo>
                  <a:pt x="99757" y="104702"/>
                </a:lnTo>
                <a:lnTo>
                  <a:pt x="99532" y="104660"/>
                </a:lnTo>
                <a:cubicBezTo>
                  <a:pt x="99107" y="104646"/>
                  <a:pt x="98688" y="104569"/>
                  <a:pt x="98279" y="104424"/>
                </a:cubicBezTo>
                <a:cubicBezTo>
                  <a:pt x="98206" y="104435"/>
                  <a:pt x="98136" y="104410"/>
                  <a:pt x="98066" y="104384"/>
                </a:cubicBezTo>
                <a:lnTo>
                  <a:pt x="98064" y="104354"/>
                </a:lnTo>
                <a:cubicBezTo>
                  <a:pt x="93353" y="102807"/>
                  <a:pt x="89662" y="95496"/>
                  <a:pt x="89002" y="86307"/>
                </a:cubicBezTo>
                <a:cubicBezTo>
                  <a:pt x="89000" y="86305"/>
                  <a:pt x="88998" y="86305"/>
                  <a:pt x="88996" y="86305"/>
                </a:cubicBezTo>
                <a:lnTo>
                  <a:pt x="88989" y="86131"/>
                </a:lnTo>
                <a:cubicBezTo>
                  <a:pt x="88922" y="85343"/>
                  <a:pt x="88890" y="84539"/>
                  <a:pt x="88891" y="83723"/>
                </a:cubicBezTo>
                <a:cubicBezTo>
                  <a:pt x="88873" y="83577"/>
                  <a:pt x="88873" y="83429"/>
                  <a:pt x="88873" y="83281"/>
                </a:cubicBezTo>
                <a:lnTo>
                  <a:pt x="88880" y="82983"/>
                </a:lnTo>
                <a:lnTo>
                  <a:pt x="88887" y="82984"/>
                </a:lnTo>
                <a:close/>
                <a:moveTo>
                  <a:pt x="88706" y="82971"/>
                </a:moveTo>
                <a:lnTo>
                  <a:pt x="88707" y="82984"/>
                </a:lnTo>
                <a:lnTo>
                  <a:pt x="88713" y="82983"/>
                </a:lnTo>
                <a:lnTo>
                  <a:pt x="88721" y="83281"/>
                </a:lnTo>
                <a:cubicBezTo>
                  <a:pt x="88721" y="83429"/>
                  <a:pt x="88720" y="83577"/>
                  <a:pt x="88703" y="83723"/>
                </a:cubicBezTo>
                <a:cubicBezTo>
                  <a:pt x="88703" y="84539"/>
                  <a:pt x="88671" y="85343"/>
                  <a:pt x="88605" y="86131"/>
                </a:cubicBezTo>
                <a:lnTo>
                  <a:pt x="88598" y="86305"/>
                </a:lnTo>
                <a:cubicBezTo>
                  <a:pt x="88596" y="86305"/>
                  <a:pt x="88593" y="86305"/>
                  <a:pt x="88591" y="86307"/>
                </a:cubicBezTo>
                <a:cubicBezTo>
                  <a:pt x="87931" y="95496"/>
                  <a:pt x="84241" y="102807"/>
                  <a:pt x="79529" y="104354"/>
                </a:cubicBezTo>
                <a:lnTo>
                  <a:pt x="79528" y="104384"/>
                </a:lnTo>
                <a:cubicBezTo>
                  <a:pt x="79458" y="104410"/>
                  <a:pt x="79388" y="104435"/>
                  <a:pt x="79315" y="104424"/>
                </a:cubicBezTo>
                <a:cubicBezTo>
                  <a:pt x="78905" y="104569"/>
                  <a:pt x="78487" y="104646"/>
                  <a:pt x="78062" y="104660"/>
                </a:cubicBezTo>
                <a:lnTo>
                  <a:pt x="77837" y="104702"/>
                </a:lnTo>
                <a:lnTo>
                  <a:pt x="77837" y="104689"/>
                </a:lnTo>
                <a:lnTo>
                  <a:pt x="77830" y="104690"/>
                </a:lnTo>
                <a:cubicBezTo>
                  <a:pt x="77823" y="104591"/>
                  <a:pt x="77822" y="104492"/>
                  <a:pt x="77822" y="104392"/>
                </a:cubicBezTo>
                <a:cubicBezTo>
                  <a:pt x="77822" y="104244"/>
                  <a:pt x="77823" y="104097"/>
                  <a:pt x="77840" y="103950"/>
                </a:cubicBezTo>
                <a:cubicBezTo>
                  <a:pt x="77840" y="103134"/>
                  <a:pt x="77872" y="102330"/>
                  <a:pt x="77938" y="101542"/>
                </a:cubicBezTo>
                <a:lnTo>
                  <a:pt x="77945" y="101368"/>
                </a:lnTo>
                <a:cubicBezTo>
                  <a:pt x="77948" y="101368"/>
                  <a:pt x="77950" y="101368"/>
                  <a:pt x="77952" y="101367"/>
                </a:cubicBezTo>
                <a:cubicBezTo>
                  <a:pt x="78612" y="92178"/>
                  <a:pt x="82302" y="84866"/>
                  <a:pt x="87014" y="83319"/>
                </a:cubicBezTo>
                <a:lnTo>
                  <a:pt x="87016" y="83290"/>
                </a:lnTo>
                <a:cubicBezTo>
                  <a:pt x="87085" y="83263"/>
                  <a:pt x="87155" y="83239"/>
                  <a:pt x="87228" y="83249"/>
                </a:cubicBezTo>
                <a:cubicBezTo>
                  <a:pt x="87638" y="83105"/>
                  <a:pt x="88057" y="83027"/>
                  <a:pt x="88482" y="83013"/>
                </a:cubicBezTo>
                <a:close/>
                <a:moveTo>
                  <a:pt x="66669" y="82971"/>
                </a:moveTo>
                <a:lnTo>
                  <a:pt x="66893" y="83013"/>
                </a:lnTo>
                <a:cubicBezTo>
                  <a:pt x="67319" y="83027"/>
                  <a:pt x="67737" y="83105"/>
                  <a:pt x="68147" y="83249"/>
                </a:cubicBezTo>
                <a:cubicBezTo>
                  <a:pt x="68220" y="83239"/>
                  <a:pt x="68290" y="83263"/>
                  <a:pt x="68360" y="83290"/>
                </a:cubicBezTo>
                <a:lnTo>
                  <a:pt x="68361" y="83319"/>
                </a:lnTo>
                <a:cubicBezTo>
                  <a:pt x="73073" y="84866"/>
                  <a:pt x="76763" y="92178"/>
                  <a:pt x="77423" y="101367"/>
                </a:cubicBezTo>
                <a:cubicBezTo>
                  <a:pt x="77425" y="101368"/>
                  <a:pt x="77428" y="101368"/>
                  <a:pt x="77430" y="101368"/>
                </a:cubicBezTo>
                <a:lnTo>
                  <a:pt x="77437" y="101542"/>
                </a:lnTo>
                <a:cubicBezTo>
                  <a:pt x="77503" y="102330"/>
                  <a:pt x="77536" y="103134"/>
                  <a:pt x="77535" y="103950"/>
                </a:cubicBezTo>
                <a:cubicBezTo>
                  <a:pt x="77552" y="104097"/>
                  <a:pt x="77553" y="104244"/>
                  <a:pt x="77553" y="104392"/>
                </a:cubicBezTo>
                <a:cubicBezTo>
                  <a:pt x="77553" y="104492"/>
                  <a:pt x="77553" y="104591"/>
                  <a:pt x="77545" y="104690"/>
                </a:cubicBezTo>
                <a:lnTo>
                  <a:pt x="77539" y="104689"/>
                </a:lnTo>
                <a:lnTo>
                  <a:pt x="77538" y="104702"/>
                </a:lnTo>
                <a:lnTo>
                  <a:pt x="77314" y="104660"/>
                </a:lnTo>
                <a:cubicBezTo>
                  <a:pt x="76888" y="104646"/>
                  <a:pt x="76470" y="104569"/>
                  <a:pt x="76061" y="104424"/>
                </a:cubicBezTo>
                <a:cubicBezTo>
                  <a:pt x="75987" y="104435"/>
                  <a:pt x="75917" y="104410"/>
                  <a:pt x="75848" y="104384"/>
                </a:cubicBezTo>
                <a:lnTo>
                  <a:pt x="75846" y="104354"/>
                </a:lnTo>
                <a:cubicBezTo>
                  <a:pt x="71134" y="102807"/>
                  <a:pt x="67444" y="95496"/>
                  <a:pt x="66784" y="86307"/>
                </a:cubicBezTo>
                <a:cubicBezTo>
                  <a:pt x="66782" y="86305"/>
                  <a:pt x="66780" y="86305"/>
                  <a:pt x="66777" y="86305"/>
                </a:cubicBezTo>
                <a:lnTo>
                  <a:pt x="66770" y="86131"/>
                </a:lnTo>
                <a:cubicBezTo>
                  <a:pt x="66704" y="85343"/>
                  <a:pt x="66672" y="84539"/>
                  <a:pt x="66672" y="83723"/>
                </a:cubicBezTo>
                <a:cubicBezTo>
                  <a:pt x="66655" y="83577"/>
                  <a:pt x="66654" y="83429"/>
                  <a:pt x="66654" y="83281"/>
                </a:cubicBezTo>
                <a:lnTo>
                  <a:pt x="66662" y="82983"/>
                </a:lnTo>
                <a:lnTo>
                  <a:pt x="66669" y="82984"/>
                </a:lnTo>
                <a:close/>
                <a:moveTo>
                  <a:pt x="66488" y="82971"/>
                </a:moveTo>
                <a:lnTo>
                  <a:pt x="66488" y="82984"/>
                </a:lnTo>
                <a:lnTo>
                  <a:pt x="66495" y="82983"/>
                </a:lnTo>
                <a:lnTo>
                  <a:pt x="66503" y="83281"/>
                </a:lnTo>
                <a:cubicBezTo>
                  <a:pt x="66503" y="83429"/>
                  <a:pt x="66502" y="83577"/>
                  <a:pt x="66485" y="83723"/>
                </a:cubicBezTo>
                <a:cubicBezTo>
                  <a:pt x="66485" y="84539"/>
                  <a:pt x="66453" y="85343"/>
                  <a:pt x="66387" y="86131"/>
                </a:cubicBezTo>
                <a:lnTo>
                  <a:pt x="66380" y="86305"/>
                </a:lnTo>
                <a:cubicBezTo>
                  <a:pt x="66377" y="86305"/>
                  <a:pt x="66375" y="86305"/>
                  <a:pt x="66373" y="86307"/>
                </a:cubicBezTo>
                <a:cubicBezTo>
                  <a:pt x="65713" y="95496"/>
                  <a:pt x="62023" y="102807"/>
                  <a:pt x="57311" y="104354"/>
                </a:cubicBezTo>
                <a:lnTo>
                  <a:pt x="57309" y="104384"/>
                </a:lnTo>
                <a:cubicBezTo>
                  <a:pt x="57240" y="104410"/>
                  <a:pt x="57170" y="104435"/>
                  <a:pt x="57096" y="104424"/>
                </a:cubicBezTo>
                <a:cubicBezTo>
                  <a:pt x="56687" y="104569"/>
                  <a:pt x="56269" y="104646"/>
                  <a:pt x="55843" y="104660"/>
                </a:cubicBezTo>
                <a:lnTo>
                  <a:pt x="55619" y="104702"/>
                </a:lnTo>
                <a:lnTo>
                  <a:pt x="55618" y="104689"/>
                </a:lnTo>
                <a:lnTo>
                  <a:pt x="55612" y="104690"/>
                </a:lnTo>
                <a:cubicBezTo>
                  <a:pt x="55604" y="104591"/>
                  <a:pt x="55604" y="104492"/>
                  <a:pt x="55604" y="104392"/>
                </a:cubicBezTo>
                <a:cubicBezTo>
                  <a:pt x="55604" y="104244"/>
                  <a:pt x="55605" y="104097"/>
                  <a:pt x="55622" y="103950"/>
                </a:cubicBezTo>
                <a:cubicBezTo>
                  <a:pt x="55621" y="103134"/>
                  <a:pt x="55654" y="102330"/>
                  <a:pt x="55720" y="101542"/>
                </a:cubicBezTo>
                <a:lnTo>
                  <a:pt x="55727" y="101368"/>
                </a:lnTo>
                <a:cubicBezTo>
                  <a:pt x="55729" y="101368"/>
                  <a:pt x="55732" y="101368"/>
                  <a:pt x="55734" y="101367"/>
                </a:cubicBezTo>
                <a:cubicBezTo>
                  <a:pt x="56394" y="92178"/>
                  <a:pt x="60084" y="84866"/>
                  <a:pt x="64796" y="83319"/>
                </a:cubicBezTo>
                <a:lnTo>
                  <a:pt x="64797" y="83290"/>
                </a:lnTo>
                <a:cubicBezTo>
                  <a:pt x="64867" y="83263"/>
                  <a:pt x="64937" y="83239"/>
                  <a:pt x="65010" y="83249"/>
                </a:cubicBezTo>
                <a:cubicBezTo>
                  <a:pt x="65420" y="83105"/>
                  <a:pt x="65838" y="83027"/>
                  <a:pt x="66264" y="83013"/>
                </a:cubicBezTo>
                <a:close/>
                <a:moveTo>
                  <a:pt x="44451" y="82971"/>
                </a:moveTo>
                <a:lnTo>
                  <a:pt x="44675" y="83013"/>
                </a:lnTo>
                <a:cubicBezTo>
                  <a:pt x="45100" y="83027"/>
                  <a:pt x="45519" y="83105"/>
                  <a:pt x="45929" y="83249"/>
                </a:cubicBezTo>
                <a:cubicBezTo>
                  <a:pt x="46002" y="83239"/>
                  <a:pt x="46072" y="83263"/>
                  <a:pt x="46141" y="83290"/>
                </a:cubicBezTo>
                <a:lnTo>
                  <a:pt x="46143" y="83319"/>
                </a:lnTo>
                <a:cubicBezTo>
                  <a:pt x="50855" y="84866"/>
                  <a:pt x="54545" y="92178"/>
                  <a:pt x="55205" y="101367"/>
                </a:cubicBezTo>
                <a:cubicBezTo>
                  <a:pt x="55207" y="101368"/>
                  <a:pt x="55209" y="101368"/>
                  <a:pt x="55212" y="101368"/>
                </a:cubicBezTo>
                <a:lnTo>
                  <a:pt x="55219" y="101542"/>
                </a:lnTo>
                <a:cubicBezTo>
                  <a:pt x="55285" y="102330"/>
                  <a:pt x="55317" y="103134"/>
                  <a:pt x="55317" y="103950"/>
                </a:cubicBezTo>
                <a:cubicBezTo>
                  <a:pt x="55334" y="104097"/>
                  <a:pt x="55335" y="104244"/>
                  <a:pt x="55335" y="104392"/>
                </a:cubicBezTo>
                <a:cubicBezTo>
                  <a:pt x="55335" y="104492"/>
                  <a:pt x="55334" y="104591"/>
                  <a:pt x="55327" y="104690"/>
                </a:cubicBezTo>
                <a:lnTo>
                  <a:pt x="55320" y="104689"/>
                </a:lnTo>
                <a:lnTo>
                  <a:pt x="55320" y="104702"/>
                </a:lnTo>
                <a:lnTo>
                  <a:pt x="55095" y="104660"/>
                </a:lnTo>
                <a:cubicBezTo>
                  <a:pt x="54670" y="104646"/>
                  <a:pt x="54252" y="104569"/>
                  <a:pt x="53842" y="104424"/>
                </a:cubicBezTo>
                <a:cubicBezTo>
                  <a:pt x="53769" y="104435"/>
                  <a:pt x="53699" y="104410"/>
                  <a:pt x="53629" y="104384"/>
                </a:cubicBezTo>
                <a:lnTo>
                  <a:pt x="53628" y="104354"/>
                </a:lnTo>
                <a:cubicBezTo>
                  <a:pt x="48916" y="102807"/>
                  <a:pt x="45226" y="95496"/>
                  <a:pt x="44566" y="86307"/>
                </a:cubicBezTo>
                <a:cubicBezTo>
                  <a:pt x="44564" y="86305"/>
                  <a:pt x="44561" y="86305"/>
                  <a:pt x="44559" y="86305"/>
                </a:cubicBezTo>
                <a:lnTo>
                  <a:pt x="44552" y="86131"/>
                </a:lnTo>
                <a:cubicBezTo>
                  <a:pt x="44486" y="85343"/>
                  <a:pt x="44453" y="84539"/>
                  <a:pt x="44454" y="83723"/>
                </a:cubicBezTo>
                <a:cubicBezTo>
                  <a:pt x="44437" y="83577"/>
                  <a:pt x="44436" y="83429"/>
                  <a:pt x="44436" y="83281"/>
                </a:cubicBezTo>
                <a:lnTo>
                  <a:pt x="44444" y="82983"/>
                </a:lnTo>
                <a:lnTo>
                  <a:pt x="44450" y="82984"/>
                </a:lnTo>
                <a:close/>
                <a:moveTo>
                  <a:pt x="44270" y="82971"/>
                </a:moveTo>
                <a:lnTo>
                  <a:pt x="44270" y="82984"/>
                </a:lnTo>
                <a:lnTo>
                  <a:pt x="44277" y="82983"/>
                </a:lnTo>
                <a:lnTo>
                  <a:pt x="44284" y="83281"/>
                </a:lnTo>
                <a:cubicBezTo>
                  <a:pt x="44284" y="83429"/>
                  <a:pt x="44284" y="83577"/>
                  <a:pt x="44266" y="83723"/>
                </a:cubicBezTo>
                <a:cubicBezTo>
                  <a:pt x="44267" y="84539"/>
                  <a:pt x="44235" y="85343"/>
                  <a:pt x="44168" y="86131"/>
                </a:cubicBezTo>
                <a:lnTo>
                  <a:pt x="44161" y="86305"/>
                </a:lnTo>
                <a:cubicBezTo>
                  <a:pt x="44159" y="86305"/>
                  <a:pt x="44157" y="86305"/>
                  <a:pt x="44155" y="86307"/>
                </a:cubicBezTo>
                <a:cubicBezTo>
                  <a:pt x="43494" y="95496"/>
                  <a:pt x="39804" y="102807"/>
                  <a:pt x="35093" y="104354"/>
                </a:cubicBezTo>
                <a:lnTo>
                  <a:pt x="35091" y="104384"/>
                </a:lnTo>
                <a:cubicBezTo>
                  <a:pt x="35021" y="104410"/>
                  <a:pt x="34951" y="104435"/>
                  <a:pt x="34878" y="104424"/>
                </a:cubicBezTo>
                <a:cubicBezTo>
                  <a:pt x="34469" y="104569"/>
                  <a:pt x="34050" y="104646"/>
                  <a:pt x="33625" y="104660"/>
                </a:cubicBezTo>
                <a:lnTo>
                  <a:pt x="33400" y="104702"/>
                </a:lnTo>
                <a:lnTo>
                  <a:pt x="33400" y="104689"/>
                </a:lnTo>
                <a:lnTo>
                  <a:pt x="33394" y="104690"/>
                </a:lnTo>
                <a:cubicBezTo>
                  <a:pt x="33386" y="104591"/>
                  <a:pt x="33386" y="104492"/>
                  <a:pt x="33386" y="104392"/>
                </a:cubicBezTo>
                <a:cubicBezTo>
                  <a:pt x="33386" y="104244"/>
                  <a:pt x="33387" y="104097"/>
                  <a:pt x="33404" y="103950"/>
                </a:cubicBezTo>
                <a:cubicBezTo>
                  <a:pt x="33403" y="103134"/>
                  <a:pt x="33435" y="102330"/>
                  <a:pt x="33502" y="101542"/>
                </a:cubicBezTo>
                <a:lnTo>
                  <a:pt x="33509" y="101368"/>
                </a:lnTo>
                <a:cubicBezTo>
                  <a:pt x="33511" y="101368"/>
                  <a:pt x="33513" y="101368"/>
                  <a:pt x="33515" y="101367"/>
                </a:cubicBezTo>
                <a:cubicBezTo>
                  <a:pt x="34176" y="92178"/>
                  <a:pt x="37866" y="84866"/>
                  <a:pt x="42577" y="83319"/>
                </a:cubicBezTo>
                <a:lnTo>
                  <a:pt x="42579" y="83290"/>
                </a:lnTo>
                <a:cubicBezTo>
                  <a:pt x="42649" y="83263"/>
                  <a:pt x="42719" y="83239"/>
                  <a:pt x="42792" y="83249"/>
                </a:cubicBezTo>
                <a:cubicBezTo>
                  <a:pt x="43201" y="83105"/>
                  <a:pt x="43620" y="83027"/>
                  <a:pt x="44045" y="83013"/>
                </a:cubicBezTo>
                <a:close/>
                <a:moveTo>
                  <a:pt x="22232" y="82971"/>
                </a:moveTo>
                <a:lnTo>
                  <a:pt x="22457" y="83013"/>
                </a:lnTo>
                <a:cubicBezTo>
                  <a:pt x="22882" y="83027"/>
                  <a:pt x="23301" y="83105"/>
                  <a:pt x="23710" y="83249"/>
                </a:cubicBezTo>
                <a:cubicBezTo>
                  <a:pt x="23783" y="83239"/>
                  <a:pt x="23853" y="83263"/>
                  <a:pt x="23923" y="83290"/>
                </a:cubicBezTo>
                <a:lnTo>
                  <a:pt x="23925" y="83319"/>
                </a:lnTo>
                <a:cubicBezTo>
                  <a:pt x="28636" y="84866"/>
                  <a:pt x="32327" y="92178"/>
                  <a:pt x="32987" y="101367"/>
                </a:cubicBezTo>
                <a:cubicBezTo>
                  <a:pt x="32989" y="101368"/>
                  <a:pt x="32991" y="101368"/>
                  <a:pt x="32993" y="101368"/>
                </a:cubicBezTo>
                <a:lnTo>
                  <a:pt x="33000" y="101542"/>
                </a:lnTo>
                <a:cubicBezTo>
                  <a:pt x="33067" y="102330"/>
                  <a:pt x="33099" y="103134"/>
                  <a:pt x="33098" y="103950"/>
                </a:cubicBezTo>
                <a:cubicBezTo>
                  <a:pt x="33116" y="104097"/>
                  <a:pt x="33116" y="104244"/>
                  <a:pt x="33116" y="104392"/>
                </a:cubicBezTo>
                <a:cubicBezTo>
                  <a:pt x="33116" y="104492"/>
                  <a:pt x="33116" y="104591"/>
                  <a:pt x="33109" y="104690"/>
                </a:cubicBezTo>
                <a:lnTo>
                  <a:pt x="33102" y="104689"/>
                </a:lnTo>
                <a:lnTo>
                  <a:pt x="33102" y="104702"/>
                </a:lnTo>
                <a:lnTo>
                  <a:pt x="32877" y="104660"/>
                </a:lnTo>
                <a:cubicBezTo>
                  <a:pt x="32452" y="104646"/>
                  <a:pt x="32033" y="104569"/>
                  <a:pt x="31624" y="104424"/>
                </a:cubicBezTo>
                <a:cubicBezTo>
                  <a:pt x="31551" y="104435"/>
                  <a:pt x="31481" y="104410"/>
                  <a:pt x="31411" y="104384"/>
                </a:cubicBezTo>
                <a:lnTo>
                  <a:pt x="31410" y="104354"/>
                </a:lnTo>
                <a:cubicBezTo>
                  <a:pt x="26698" y="102807"/>
                  <a:pt x="23008" y="95496"/>
                  <a:pt x="22348" y="86307"/>
                </a:cubicBezTo>
                <a:cubicBezTo>
                  <a:pt x="22345" y="86305"/>
                  <a:pt x="22343" y="86305"/>
                  <a:pt x="22341" y="86305"/>
                </a:cubicBezTo>
                <a:lnTo>
                  <a:pt x="22334" y="86131"/>
                </a:lnTo>
                <a:cubicBezTo>
                  <a:pt x="22267" y="85343"/>
                  <a:pt x="22235" y="84539"/>
                  <a:pt x="22236" y="83723"/>
                </a:cubicBezTo>
                <a:cubicBezTo>
                  <a:pt x="22219" y="83577"/>
                  <a:pt x="22218" y="83429"/>
                  <a:pt x="22218" y="83281"/>
                </a:cubicBezTo>
                <a:lnTo>
                  <a:pt x="22226" y="82983"/>
                </a:lnTo>
                <a:lnTo>
                  <a:pt x="22232" y="82984"/>
                </a:lnTo>
                <a:close/>
                <a:moveTo>
                  <a:pt x="22051" y="82971"/>
                </a:moveTo>
                <a:lnTo>
                  <a:pt x="22052" y="82984"/>
                </a:lnTo>
                <a:lnTo>
                  <a:pt x="22058" y="82983"/>
                </a:lnTo>
                <a:lnTo>
                  <a:pt x="22066" y="83281"/>
                </a:lnTo>
                <a:cubicBezTo>
                  <a:pt x="22066" y="83429"/>
                  <a:pt x="22065" y="83577"/>
                  <a:pt x="22048" y="83723"/>
                </a:cubicBezTo>
                <a:cubicBezTo>
                  <a:pt x="22049" y="84539"/>
                  <a:pt x="22016" y="85343"/>
                  <a:pt x="21950" y="86131"/>
                </a:cubicBezTo>
                <a:lnTo>
                  <a:pt x="21943" y="86305"/>
                </a:lnTo>
                <a:cubicBezTo>
                  <a:pt x="21941" y="86305"/>
                  <a:pt x="21939" y="86305"/>
                  <a:pt x="21936" y="86307"/>
                </a:cubicBezTo>
                <a:cubicBezTo>
                  <a:pt x="21276" y="95496"/>
                  <a:pt x="17586" y="102807"/>
                  <a:pt x="12874" y="104354"/>
                </a:cubicBezTo>
                <a:lnTo>
                  <a:pt x="12873" y="104384"/>
                </a:lnTo>
                <a:cubicBezTo>
                  <a:pt x="12803" y="104410"/>
                  <a:pt x="12733" y="104435"/>
                  <a:pt x="12660" y="104424"/>
                </a:cubicBezTo>
                <a:cubicBezTo>
                  <a:pt x="12251" y="104569"/>
                  <a:pt x="11832" y="104646"/>
                  <a:pt x="11407" y="104660"/>
                </a:cubicBezTo>
                <a:lnTo>
                  <a:pt x="11182" y="104702"/>
                </a:lnTo>
                <a:lnTo>
                  <a:pt x="11182" y="104689"/>
                </a:lnTo>
                <a:lnTo>
                  <a:pt x="11175" y="104690"/>
                </a:lnTo>
                <a:cubicBezTo>
                  <a:pt x="11168" y="104591"/>
                  <a:pt x="11167" y="104492"/>
                  <a:pt x="11167" y="104392"/>
                </a:cubicBezTo>
                <a:cubicBezTo>
                  <a:pt x="11167" y="104244"/>
                  <a:pt x="11168" y="104097"/>
                  <a:pt x="11185" y="103950"/>
                </a:cubicBezTo>
                <a:cubicBezTo>
                  <a:pt x="11185" y="103134"/>
                  <a:pt x="11217" y="102330"/>
                  <a:pt x="11283" y="101542"/>
                </a:cubicBezTo>
                <a:lnTo>
                  <a:pt x="11291" y="101368"/>
                </a:lnTo>
                <a:cubicBezTo>
                  <a:pt x="11293" y="101368"/>
                  <a:pt x="11295" y="101368"/>
                  <a:pt x="11297" y="101367"/>
                </a:cubicBezTo>
                <a:cubicBezTo>
                  <a:pt x="11957" y="92178"/>
                  <a:pt x="15647" y="84866"/>
                  <a:pt x="20359" y="83319"/>
                </a:cubicBezTo>
                <a:lnTo>
                  <a:pt x="20361" y="83290"/>
                </a:lnTo>
                <a:cubicBezTo>
                  <a:pt x="20430" y="83263"/>
                  <a:pt x="20500" y="83239"/>
                  <a:pt x="20574" y="83249"/>
                </a:cubicBezTo>
                <a:cubicBezTo>
                  <a:pt x="20983" y="83105"/>
                  <a:pt x="21402" y="83027"/>
                  <a:pt x="21827" y="83013"/>
                </a:cubicBezTo>
                <a:close/>
                <a:moveTo>
                  <a:pt x="14" y="82971"/>
                </a:moveTo>
                <a:lnTo>
                  <a:pt x="239" y="83013"/>
                </a:lnTo>
                <a:cubicBezTo>
                  <a:pt x="664" y="83027"/>
                  <a:pt x="1083" y="83105"/>
                  <a:pt x="1492" y="83249"/>
                </a:cubicBezTo>
                <a:cubicBezTo>
                  <a:pt x="1565" y="83239"/>
                  <a:pt x="1635" y="83263"/>
                  <a:pt x="1705" y="83290"/>
                </a:cubicBezTo>
                <a:lnTo>
                  <a:pt x="1706" y="83319"/>
                </a:lnTo>
                <a:cubicBezTo>
                  <a:pt x="6418" y="84866"/>
                  <a:pt x="10108" y="92178"/>
                  <a:pt x="10768" y="101367"/>
                </a:cubicBezTo>
                <a:cubicBezTo>
                  <a:pt x="10771" y="101368"/>
                  <a:pt x="10773" y="101368"/>
                  <a:pt x="10775" y="101368"/>
                </a:cubicBezTo>
                <a:lnTo>
                  <a:pt x="10782" y="101542"/>
                </a:lnTo>
                <a:cubicBezTo>
                  <a:pt x="10849" y="102330"/>
                  <a:pt x="10881" y="103134"/>
                  <a:pt x="10880" y="103950"/>
                </a:cubicBezTo>
                <a:cubicBezTo>
                  <a:pt x="10897" y="104097"/>
                  <a:pt x="10898" y="104244"/>
                  <a:pt x="10898" y="104392"/>
                </a:cubicBezTo>
                <a:cubicBezTo>
                  <a:pt x="10898" y="104492"/>
                  <a:pt x="10898" y="104591"/>
                  <a:pt x="10890" y="104690"/>
                </a:cubicBezTo>
                <a:lnTo>
                  <a:pt x="10884" y="104689"/>
                </a:lnTo>
                <a:lnTo>
                  <a:pt x="10883" y="104702"/>
                </a:lnTo>
                <a:lnTo>
                  <a:pt x="10659" y="104660"/>
                </a:lnTo>
                <a:cubicBezTo>
                  <a:pt x="10234" y="104646"/>
                  <a:pt x="9815" y="104569"/>
                  <a:pt x="9406" y="104424"/>
                </a:cubicBezTo>
                <a:cubicBezTo>
                  <a:pt x="9332" y="104435"/>
                  <a:pt x="9263" y="104410"/>
                  <a:pt x="9193" y="104384"/>
                </a:cubicBezTo>
                <a:lnTo>
                  <a:pt x="9191" y="104354"/>
                </a:lnTo>
                <a:cubicBezTo>
                  <a:pt x="4479" y="102807"/>
                  <a:pt x="789" y="95496"/>
                  <a:pt x="129" y="86307"/>
                </a:cubicBezTo>
                <a:cubicBezTo>
                  <a:pt x="127" y="86305"/>
                  <a:pt x="125" y="86305"/>
                  <a:pt x="123" y="86305"/>
                </a:cubicBezTo>
                <a:lnTo>
                  <a:pt x="116" y="86131"/>
                </a:lnTo>
                <a:cubicBezTo>
                  <a:pt x="49" y="85343"/>
                  <a:pt x="17" y="84539"/>
                  <a:pt x="17" y="83723"/>
                </a:cubicBezTo>
                <a:cubicBezTo>
                  <a:pt x="0" y="83577"/>
                  <a:pt x="0" y="83429"/>
                  <a:pt x="0" y="83281"/>
                </a:cubicBezTo>
                <a:lnTo>
                  <a:pt x="7" y="82983"/>
                </a:lnTo>
                <a:lnTo>
                  <a:pt x="14" y="82984"/>
                </a:lnTo>
                <a:close/>
                <a:moveTo>
                  <a:pt x="101923" y="64236"/>
                </a:moveTo>
                <a:cubicBezTo>
                  <a:pt x="102623" y="71347"/>
                  <a:pt x="105443" y="76984"/>
                  <a:pt x="109057" y="78537"/>
                </a:cubicBezTo>
                <a:cubicBezTo>
                  <a:pt x="108357" y="71426"/>
                  <a:pt x="105536" y="65789"/>
                  <a:pt x="101923" y="64236"/>
                </a:cubicBezTo>
                <a:close/>
                <a:moveTo>
                  <a:pt x="97889" y="64236"/>
                </a:moveTo>
                <a:cubicBezTo>
                  <a:pt x="94275" y="65789"/>
                  <a:pt x="91455" y="71426"/>
                  <a:pt x="90755" y="78537"/>
                </a:cubicBezTo>
                <a:cubicBezTo>
                  <a:pt x="94368" y="76984"/>
                  <a:pt x="97189" y="71347"/>
                  <a:pt x="97889" y="64236"/>
                </a:cubicBezTo>
                <a:close/>
                <a:moveTo>
                  <a:pt x="79705" y="64236"/>
                </a:moveTo>
                <a:cubicBezTo>
                  <a:pt x="80404" y="71347"/>
                  <a:pt x="83225" y="76984"/>
                  <a:pt x="86839" y="78537"/>
                </a:cubicBezTo>
                <a:cubicBezTo>
                  <a:pt x="86139" y="71426"/>
                  <a:pt x="83318" y="65789"/>
                  <a:pt x="79705" y="64236"/>
                </a:cubicBezTo>
                <a:close/>
                <a:moveTo>
                  <a:pt x="75671" y="64236"/>
                </a:moveTo>
                <a:cubicBezTo>
                  <a:pt x="72057" y="65789"/>
                  <a:pt x="69236" y="71426"/>
                  <a:pt x="68537" y="78537"/>
                </a:cubicBezTo>
                <a:cubicBezTo>
                  <a:pt x="72150" y="76984"/>
                  <a:pt x="74971" y="71347"/>
                  <a:pt x="75671" y="64236"/>
                </a:cubicBezTo>
                <a:close/>
                <a:moveTo>
                  <a:pt x="57486" y="64236"/>
                </a:moveTo>
                <a:cubicBezTo>
                  <a:pt x="58186" y="71347"/>
                  <a:pt x="61007" y="76984"/>
                  <a:pt x="64620" y="78537"/>
                </a:cubicBezTo>
                <a:cubicBezTo>
                  <a:pt x="63921" y="71426"/>
                  <a:pt x="61100" y="65789"/>
                  <a:pt x="57486" y="64236"/>
                </a:cubicBezTo>
                <a:close/>
                <a:moveTo>
                  <a:pt x="53452" y="64236"/>
                </a:moveTo>
                <a:cubicBezTo>
                  <a:pt x="49839" y="65789"/>
                  <a:pt x="47018" y="71426"/>
                  <a:pt x="46318" y="78537"/>
                </a:cubicBezTo>
                <a:cubicBezTo>
                  <a:pt x="49932" y="76984"/>
                  <a:pt x="52753" y="71347"/>
                  <a:pt x="53452" y="64236"/>
                </a:cubicBezTo>
                <a:close/>
                <a:moveTo>
                  <a:pt x="35268" y="64236"/>
                </a:moveTo>
                <a:cubicBezTo>
                  <a:pt x="35968" y="71347"/>
                  <a:pt x="38789" y="76984"/>
                  <a:pt x="42402" y="78537"/>
                </a:cubicBezTo>
                <a:cubicBezTo>
                  <a:pt x="41702" y="71426"/>
                  <a:pt x="38882" y="65789"/>
                  <a:pt x="35268" y="64236"/>
                </a:cubicBezTo>
                <a:close/>
                <a:moveTo>
                  <a:pt x="31234" y="64236"/>
                </a:moveTo>
                <a:cubicBezTo>
                  <a:pt x="27621" y="65789"/>
                  <a:pt x="24800" y="71426"/>
                  <a:pt x="24100" y="78537"/>
                </a:cubicBezTo>
                <a:cubicBezTo>
                  <a:pt x="27714" y="76984"/>
                  <a:pt x="30534" y="71347"/>
                  <a:pt x="31234" y="64236"/>
                </a:cubicBezTo>
                <a:close/>
                <a:moveTo>
                  <a:pt x="13050" y="64236"/>
                </a:moveTo>
                <a:cubicBezTo>
                  <a:pt x="13749" y="71347"/>
                  <a:pt x="16570" y="76984"/>
                  <a:pt x="20184" y="78537"/>
                </a:cubicBezTo>
                <a:cubicBezTo>
                  <a:pt x="19484" y="71426"/>
                  <a:pt x="16663" y="65789"/>
                  <a:pt x="13050" y="64236"/>
                </a:cubicBezTo>
                <a:close/>
                <a:moveTo>
                  <a:pt x="9016" y="64236"/>
                </a:moveTo>
                <a:cubicBezTo>
                  <a:pt x="5402" y="65789"/>
                  <a:pt x="2581" y="71426"/>
                  <a:pt x="1882" y="78537"/>
                </a:cubicBezTo>
                <a:cubicBezTo>
                  <a:pt x="5495" y="76984"/>
                  <a:pt x="8316" y="71347"/>
                  <a:pt x="9016" y="64236"/>
                </a:cubicBezTo>
                <a:close/>
                <a:moveTo>
                  <a:pt x="120000" y="60926"/>
                </a:moveTo>
                <a:lnTo>
                  <a:pt x="120000" y="64299"/>
                </a:lnTo>
                <a:lnTo>
                  <a:pt x="118792" y="65005"/>
                </a:lnTo>
                <a:cubicBezTo>
                  <a:pt x="115822" y="67221"/>
                  <a:pt x="113585" y="72315"/>
                  <a:pt x="112973" y="78537"/>
                </a:cubicBezTo>
                <a:cubicBezTo>
                  <a:pt x="116135" y="77179"/>
                  <a:pt x="118690" y="72692"/>
                  <a:pt x="119748" y="66829"/>
                </a:cubicBezTo>
                <a:lnTo>
                  <a:pt x="120000" y="65013"/>
                </a:lnTo>
                <a:lnTo>
                  <a:pt x="120000" y="73033"/>
                </a:lnTo>
                <a:lnTo>
                  <a:pt x="119945" y="73211"/>
                </a:lnTo>
                <a:cubicBezTo>
                  <a:pt x="118288" y="77769"/>
                  <a:pt x="115743" y="81013"/>
                  <a:pt x="112798" y="81987"/>
                </a:cubicBezTo>
                <a:lnTo>
                  <a:pt x="112796" y="82017"/>
                </a:lnTo>
                <a:cubicBezTo>
                  <a:pt x="112726" y="82044"/>
                  <a:pt x="112657" y="82069"/>
                  <a:pt x="112583" y="82058"/>
                </a:cubicBezTo>
                <a:cubicBezTo>
                  <a:pt x="112174" y="82203"/>
                  <a:pt x="111755" y="82282"/>
                  <a:pt x="111330" y="82295"/>
                </a:cubicBezTo>
                <a:lnTo>
                  <a:pt x="111106" y="82338"/>
                </a:lnTo>
                <a:lnTo>
                  <a:pt x="111105" y="82325"/>
                </a:lnTo>
                <a:lnTo>
                  <a:pt x="111099" y="82326"/>
                </a:lnTo>
                <a:cubicBezTo>
                  <a:pt x="111091" y="82226"/>
                  <a:pt x="111091" y="82126"/>
                  <a:pt x="111091" y="82026"/>
                </a:cubicBezTo>
                <a:cubicBezTo>
                  <a:pt x="111091" y="81877"/>
                  <a:pt x="111092" y="81728"/>
                  <a:pt x="111109" y="81580"/>
                </a:cubicBezTo>
                <a:cubicBezTo>
                  <a:pt x="111108" y="80758"/>
                  <a:pt x="111140" y="79947"/>
                  <a:pt x="111207" y="79153"/>
                </a:cubicBezTo>
                <a:lnTo>
                  <a:pt x="111214" y="78978"/>
                </a:lnTo>
                <a:cubicBezTo>
                  <a:pt x="111216" y="78978"/>
                  <a:pt x="111218" y="78978"/>
                  <a:pt x="111221" y="78976"/>
                </a:cubicBezTo>
                <a:cubicBezTo>
                  <a:pt x="111798" y="70872"/>
                  <a:pt x="114696" y="64217"/>
                  <a:pt x="118568" y="61635"/>
                </a:cubicBezTo>
                <a:close/>
                <a:moveTo>
                  <a:pt x="100055" y="60435"/>
                </a:moveTo>
                <a:lnTo>
                  <a:pt x="100280" y="60478"/>
                </a:lnTo>
                <a:cubicBezTo>
                  <a:pt x="100705" y="60491"/>
                  <a:pt x="101124" y="60570"/>
                  <a:pt x="101533" y="60716"/>
                </a:cubicBezTo>
                <a:cubicBezTo>
                  <a:pt x="101606" y="60705"/>
                  <a:pt x="101676" y="60729"/>
                  <a:pt x="101746" y="60756"/>
                </a:cubicBezTo>
                <a:lnTo>
                  <a:pt x="101747" y="60786"/>
                </a:lnTo>
                <a:cubicBezTo>
                  <a:pt x="106459" y="62345"/>
                  <a:pt x="110149" y="69715"/>
                  <a:pt x="110809" y="78976"/>
                </a:cubicBezTo>
                <a:cubicBezTo>
                  <a:pt x="110812" y="78978"/>
                  <a:pt x="110814" y="78978"/>
                  <a:pt x="110816" y="78978"/>
                </a:cubicBezTo>
                <a:lnTo>
                  <a:pt x="110823" y="79153"/>
                </a:lnTo>
                <a:cubicBezTo>
                  <a:pt x="110890" y="79947"/>
                  <a:pt x="110922" y="80758"/>
                  <a:pt x="110921" y="81580"/>
                </a:cubicBezTo>
                <a:cubicBezTo>
                  <a:pt x="110938" y="81728"/>
                  <a:pt x="110939" y="81877"/>
                  <a:pt x="110939" y="82026"/>
                </a:cubicBezTo>
                <a:cubicBezTo>
                  <a:pt x="110939" y="82126"/>
                  <a:pt x="110939" y="82226"/>
                  <a:pt x="110931" y="82326"/>
                </a:cubicBezTo>
                <a:lnTo>
                  <a:pt x="110925" y="82325"/>
                </a:lnTo>
                <a:lnTo>
                  <a:pt x="110925" y="82338"/>
                </a:lnTo>
                <a:lnTo>
                  <a:pt x="110700" y="82295"/>
                </a:lnTo>
                <a:cubicBezTo>
                  <a:pt x="110275" y="82282"/>
                  <a:pt x="109856" y="82203"/>
                  <a:pt x="109447" y="82058"/>
                </a:cubicBezTo>
                <a:cubicBezTo>
                  <a:pt x="109374" y="82069"/>
                  <a:pt x="109304" y="82044"/>
                  <a:pt x="109234" y="82017"/>
                </a:cubicBezTo>
                <a:lnTo>
                  <a:pt x="109232" y="81987"/>
                </a:lnTo>
                <a:cubicBezTo>
                  <a:pt x="104521" y="80428"/>
                  <a:pt x="100830" y="73059"/>
                  <a:pt x="100170" y="63797"/>
                </a:cubicBezTo>
                <a:cubicBezTo>
                  <a:pt x="100168" y="63796"/>
                  <a:pt x="100166" y="63795"/>
                  <a:pt x="100164" y="63795"/>
                </a:cubicBezTo>
                <a:lnTo>
                  <a:pt x="100157" y="63620"/>
                </a:lnTo>
                <a:cubicBezTo>
                  <a:pt x="100090" y="62826"/>
                  <a:pt x="100058" y="62015"/>
                  <a:pt x="100059" y="61193"/>
                </a:cubicBezTo>
                <a:cubicBezTo>
                  <a:pt x="100041" y="61045"/>
                  <a:pt x="100041" y="60896"/>
                  <a:pt x="100041" y="60747"/>
                </a:cubicBezTo>
                <a:lnTo>
                  <a:pt x="100048" y="60447"/>
                </a:lnTo>
                <a:lnTo>
                  <a:pt x="100055" y="60448"/>
                </a:lnTo>
                <a:close/>
                <a:moveTo>
                  <a:pt x="99757" y="60435"/>
                </a:moveTo>
                <a:lnTo>
                  <a:pt x="99757" y="60448"/>
                </a:lnTo>
                <a:lnTo>
                  <a:pt x="99763" y="60447"/>
                </a:lnTo>
                <a:lnTo>
                  <a:pt x="99771" y="60747"/>
                </a:lnTo>
                <a:cubicBezTo>
                  <a:pt x="99771" y="60896"/>
                  <a:pt x="99770" y="61045"/>
                  <a:pt x="99753" y="61193"/>
                </a:cubicBezTo>
                <a:cubicBezTo>
                  <a:pt x="99754" y="62015"/>
                  <a:pt x="99722" y="62826"/>
                  <a:pt x="99655" y="63620"/>
                </a:cubicBezTo>
                <a:lnTo>
                  <a:pt x="99648" y="63795"/>
                </a:lnTo>
                <a:cubicBezTo>
                  <a:pt x="99646" y="63795"/>
                  <a:pt x="99644" y="63796"/>
                  <a:pt x="99641" y="63797"/>
                </a:cubicBezTo>
                <a:cubicBezTo>
                  <a:pt x="98981" y="73059"/>
                  <a:pt x="95291" y="80428"/>
                  <a:pt x="90579" y="81987"/>
                </a:cubicBezTo>
                <a:lnTo>
                  <a:pt x="90578" y="82017"/>
                </a:lnTo>
                <a:cubicBezTo>
                  <a:pt x="90508" y="82044"/>
                  <a:pt x="90438" y="82069"/>
                  <a:pt x="90365" y="82058"/>
                </a:cubicBezTo>
                <a:cubicBezTo>
                  <a:pt x="89956" y="82203"/>
                  <a:pt x="89537" y="82282"/>
                  <a:pt x="89112" y="82295"/>
                </a:cubicBezTo>
                <a:lnTo>
                  <a:pt x="88887" y="82338"/>
                </a:lnTo>
                <a:lnTo>
                  <a:pt x="88887" y="82325"/>
                </a:lnTo>
                <a:lnTo>
                  <a:pt x="88880" y="82326"/>
                </a:lnTo>
                <a:cubicBezTo>
                  <a:pt x="88873" y="82226"/>
                  <a:pt x="88873" y="82126"/>
                  <a:pt x="88873" y="82026"/>
                </a:cubicBezTo>
                <a:cubicBezTo>
                  <a:pt x="88873" y="81877"/>
                  <a:pt x="88873" y="81728"/>
                  <a:pt x="88891" y="81580"/>
                </a:cubicBezTo>
                <a:cubicBezTo>
                  <a:pt x="88890" y="80758"/>
                  <a:pt x="88922" y="79947"/>
                  <a:pt x="88989" y="79153"/>
                </a:cubicBezTo>
                <a:lnTo>
                  <a:pt x="88996" y="78978"/>
                </a:lnTo>
                <a:cubicBezTo>
                  <a:pt x="88998" y="78978"/>
                  <a:pt x="89000" y="78978"/>
                  <a:pt x="89002" y="78976"/>
                </a:cubicBezTo>
                <a:cubicBezTo>
                  <a:pt x="89662" y="69715"/>
                  <a:pt x="93353" y="62345"/>
                  <a:pt x="98064" y="60786"/>
                </a:cubicBezTo>
                <a:lnTo>
                  <a:pt x="98066" y="60756"/>
                </a:lnTo>
                <a:cubicBezTo>
                  <a:pt x="98136" y="60729"/>
                  <a:pt x="98206" y="60705"/>
                  <a:pt x="98279" y="60716"/>
                </a:cubicBezTo>
                <a:cubicBezTo>
                  <a:pt x="98688" y="60570"/>
                  <a:pt x="99107" y="60491"/>
                  <a:pt x="99532" y="60478"/>
                </a:cubicBezTo>
                <a:close/>
                <a:moveTo>
                  <a:pt x="77837" y="60435"/>
                </a:moveTo>
                <a:lnTo>
                  <a:pt x="78061" y="60478"/>
                </a:lnTo>
                <a:cubicBezTo>
                  <a:pt x="78487" y="60491"/>
                  <a:pt x="78905" y="60570"/>
                  <a:pt x="79315" y="60716"/>
                </a:cubicBezTo>
                <a:cubicBezTo>
                  <a:pt x="79388" y="60705"/>
                  <a:pt x="79458" y="60729"/>
                  <a:pt x="79528" y="60756"/>
                </a:cubicBezTo>
                <a:lnTo>
                  <a:pt x="79529" y="60786"/>
                </a:lnTo>
                <a:cubicBezTo>
                  <a:pt x="84241" y="62345"/>
                  <a:pt x="87931" y="69715"/>
                  <a:pt x="88591" y="78976"/>
                </a:cubicBezTo>
                <a:cubicBezTo>
                  <a:pt x="88593" y="78978"/>
                  <a:pt x="88596" y="78978"/>
                  <a:pt x="88598" y="78978"/>
                </a:cubicBezTo>
                <a:lnTo>
                  <a:pt x="88605" y="79153"/>
                </a:lnTo>
                <a:cubicBezTo>
                  <a:pt x="88671" y="79947"/>
                  <a:pt x="88704" y="80758"/>
                  <a:pt x="88703" y="81580"/>
                </a:cubicBezTo>
                <a:cubicBezTo>
                  <a:pt x="88720" y="81728"/>
                  <a:pt x="88721" y="81877"/>
                  <a:pt x="88721" y="82026"/>
                </a:cubicBezTo>
                <a:cubicBezTo>
                  <a:pt x="88721" y="82126"/>
                  <a:pt x="88721" y="82226"/>
                  <a:pt x="88713" y="82326"/>
                </a:cubicBezTo>
                <a:lnTo>
                  <a:pt x="88707" y="82325"/>
                </a:lnTo>
                <a:lnTo>
                  <a:pt x="88706" y="82338"/>
                </a:lnTo>
                <a:lnTo>
                  <a:pt x="88482" y="82295"/>
                </a:lnTo>
                <a:cubicBezTo>
                  <a:pt x="88056" y="82282"/>
                  <a:pt x="87638" y="82203"/>
                  <a:pt x="87229" y="82058"/>
                </a:cubicBezTo>
                <a:cubicBezTo>
                  <a:pt x="87155" y="82069"/>
                  <a:pt x="87085" y="82044"/>
                  <a:pt x="87016" y="82017"/>
                </a:cubicBezTo>
                <a:lnTo>
                  <a:pt x="87014" y="81987"/>
                </a:lnTo>
                <a:cubicBezTo>
                  <a:pt x="82302" y="80428"/>
                  <a:pt x="78612" y="73059"/>
                  <a:pt x="77952" y="63797"/>
                </a:cubicBezTo>
                <a:cubicBezTo>
                  <a:pt x="77950" y="63796"/>
                  <a:pt x="77948" y="63795"/>
                  <a:pt x="77945" y="63795"/>
                </a:cubicBezTo>
                <a:lnTo>
                  <a:pt x="77938" y="63620"/>
                </a:lnTo>
                <a:cubicBezTo>
                  <a:pt x="77872" y="62826"/>
                  <a:pt x="77840" y="62015"/>
                  <a:pt x="77840" y="61193"/>
                </a:cubicBezTo>
                <a:cubicBezTo>
                  <a:pt x="77823" y="61045"/>
                  <a:pt x="77822" y="60896"/>
                  <a:pt x="77822" y="60747"/>
                </a:cubicBezTo>
                <a:lnTo>
                  <a:pt x="77830" y="60447"/>
                </a:lnTo>
                <a:lnTo>
                  <a:pt x="77837" y="60448"/>
                </a:lnTo>
                <a:close/>
                <a:moveTo>
                  <a:pt x="77538" y="60435"/>
                </a:moveTo>
                <a:lnTo>
                  <a:pt x="77539" y="60448"/>
                </a:lnTo>
                <a:lnTo>
                  <a:pt x="77545" y="60447"/>
                </a:lnTo>
                <a:lnTo>
                  <a:pt x="77553" y="60747"/>
                </a:lnTo>
                <a:cubicBezTo>
                  <a:pt x="77553" y="60896"/>
                  <a:pt x="77552" y="61045"/>
                  <a:pt x="77535" y="61193"/>
                </a:cubicBezTo>
                <a:cubicBezTo>
                  <a:pt x="77536" y="62015"/>
                  <a:pt x="77503" y="62826"/>
                  <a:pt x="77437" y="63620"/>
                </a:cubicBezTo>
                <a:lnTo>
                  <a:pt x="77430" y="63795"/>
                </a:lnTo>
                <a:cubicBezTo>
                  <a:pt x="77428" y="63795"/>
                  <a:pt x="77425" y="63796"/>
                  <a:pt x="77423" y="63797"/>
                </a:cubicBezTo>
                <a:cubicBezTo>
                  <a:pt x="76763" y="73059"/>
                  <a:pt x="73073" y="80428"/>
                  <a:pt x="68361" y="81987"/>
                </a:cubicBezTo>
                <a:lnTo>
                  <a:pt x="68360" y="82017"/>
                </a:lnTo>
                <a:cubicBezTo>
                  <a:pt x="68290" y="82044"/>
                  <a:pt x="68220" y="82069"/>
                  <a:pt x="68147" y="82058"/>
                </a:cubicBezTo>
                <a:cubicBezTo>
                  <a:pt x="67737" y="82203"/>
                  <a:pt x="67319" y="82282"/>
                  <a:pt x="66894" y="82295"/>
                </a:cubicBezTo>
                <a:lnTo>
                  <a:pt x="66669" y="82338"/>
                </a:lnTo>
                <a:lnTo>
                  <a:pt x="66669" y="82325"/>
                </a:lnTo>
                <a:lnTo>
                  <a:pt x="66662" y="82326"/>
                </a:lnTo>
                <a:cubicBezTo>
                  <a:pt x="66655" y="82226"/>
                  <a:pt x="66654" y="82126"/>
                  <a:pt x="66654" y="82026"/>
                </a:cubicBezTo>
                <a:cubicBezTo>
                  <a:pt x="66654" y="81877"/>
                  <a:pt x="66655" y="81728"/>
                  <a:pt x="66672" y="81580"/>
                </a:cubicBezTo>
                <a:cubicBezTo>
                  <a:pt x="66672" y="80758"/>
                  <a:pt x="66704" y="79947"/>
                  <a:pt x="66770" y="79153"/>
                </a:cubicBezTo>
                <a:lnTo>
                  <a:pt x="66777" y="78978"/>
                </a:lnTo>
                <a:cubicBezTo>
                  <a:pt x="66780" y="78978"/>
                  <a:pt x="66782" y="78978"/>
                  <a:pt x="66784" y="78976"/>
                </a:cubicBezTo>
                <a:cubicBezTo>
                  <a:pt x="67444" y="69715"/>
                  <a:pt x="71134" y="62345"/>
                  <a:pt x="75846" y="60786"/>
                </a:cubicBezTo>
                <a:lnTo>
                  <a:pt x="75848" y="60756"/>
                </a:lnTo>
                <a:cubicBezTo>
                  <a:pt x="75917" y="60729"/>
                  <a:pt x="75987" y="60705"/>
                  <a:pt x="76060" y="60716"/>
                </a:cubicBezTo>
                <a:cubicBezTo>
                  <a:pt x="76470" y="60570"/>
                  <a:pt x="76889" y="60491"/>
                  <a:pt x="77314" y="60478"/>
                </a:cubicBezTo>
                <a:close/>
                <a:moveTo>
                  <a:pt x="55619" y="60435"/>
                </a:moveTo>
                <a:lnTo>
                  <a:pt x="55843" y="60478"/>
                </a:lnTo>
                <a:cubicBezTo>
                  <a:pt x="56268" y="60491"/>
                  <a:pt x="56687" y="60570"/>
                  <a:pt x="57097" y="60716"/>
                </a:cubicBezTo>
                <a:cubicBezTo>
                  <a:pt x="57170" y="60705"/>
                  <a:pt x="57240" y="60729"/>
                  <a:pt x="57309" y="60756"/>
                </a:cubicBezTo>
                <a:lnTo>
                  <a:pt x="57311" y="60786"/>
                </a:lnTo>
                <a:cubicBezTo>
                  <a:pt x="62023" y="62345"/>
                  <a:pt x="65713" y="69715"/>
                  <a:pt x="66373" y="78976"/>
                </a:cubicBezTo>
                <a:cubicBezTo>
                  <a:pt x="66375" y="78978"/>
                  <a:pt x="66377" y="78978"/>
                  <a:pt x="66380" y="78978"/>
                </a:cubicBezTo>
                <a:lnTo>
                  <a:pt x="66387" y="79153"/>
                </a:lnTo>
                <a:cubicBezTo>
                  <a:pt x="66453" y="79947"/>
                  <a:pt x="66485" y="80758"/>
                  <a:pt x="66485" y="81580"/>
                </a:cubicBezTo>
                <a:cubicBezTo>
                  <a:pt x="66502" y="81728"/>
                  <a:pt x="66503" y="81877"/>
                  <a:pt x="66503" y="82026"/>
                </a:cubicBezTo>
                <a:cubicBezTo>
                  <a:pt x="66503" y="82126"/>
                  <a:pt x="66502" y="82226"/>
                  <a:pt x="66495" y="82326"/>
                </a:cubicBezTo>
                <a:lnTo>
                  <a:pt x="66488" y="82325"/>
                </a:lnTo>
                <a:lnTo>
                  <a:pt x="66488" y="82338"/>
                </a:lnTo>
                <a:lnTo>
                  <a:pt x="66263" y="82295"/>
                </a:lnTo>
                <a:cubicBezTo>
                  <a:pt x="65838" y="82282"/>
                  <a:pt x="65420" y="82203"/>
                  <a:pt x="65010" y="82058"/>
                </a:cubicBezTo>
                <a:cubicBezTo>
                  <a:pt x="64937" y="82069"/>
                  <a:pt x="64867" y="82044"/>
                  <a:pt x="64797" y="82017"/>
                </a:cubicBezTo>
                <a:lnTo>
                  <a:pt x="64796" y="81987"/>
                </a:lnTo>
                <a:cubicBezTo>
                  <a:pt x="60084" y="80428"/>
                  <a:pt x="56394" y="73059"/>
                  <a:pt x="55734" y="63797"/>
                </a:cubicBezTo>
                <a:cubicBezTo>
                  <a:pt x="55732" y="63796"/>
                  <a:pt x="55729" y="63795"/>
                  <a:pt x="55727" y="63795"/>
                </a:cubicBezTo>
                <a:lnTo>
                  <a:pt x="55720" y="63620"/>
                </a:lnTo>
                <a:cubicBezTo>
                  <a:pt x="55654" y="62826"/>
                  <a:pt x="55621" y="62015"/>
                  <a:pt x="55622" y="61193"/>
                </a:cubicBezTo>
                <a:cubicBezTo>
                  <a:pt x="55605" y="61045"/>
                  <a:pt x="55604" y="60896"/>
                  <a:pt x="55604" y="60747"/>
                </a:cubicBezTo>
                <a:lnTo>
                  <a:pt x="55612" y="60447"/>
                </a:lnTo>
                <a:lnTo>
                  <a:pt x="55618" y="60448"/>
                </a:lnTo>
                <a:close/>
                <a:moveTo>
                  <a:pt x="55320" y="60435"/>
                </a:moveTo>
                <a:lnTo>
                  <a:pt x="55320" y="60448"/>
                </a:lnTo>
                <a:lnTo>
                  <a:pt x="55327" y="60447"/>
                </a:lnTo>
                <a:lnTo>
                  <a:pt x="55335" y="60747"/>
                </a:lnTo>
                <a:cubicBezTo>
                  <a:pt x="55335" y="60896"/>
                  <a:pt x="55334" y="61045"/>
                  <a:pt x="55317" y="61193"/>
                </a:cubicBezTo>
                <a:cubicBezTo>
                  <a:pt x="55317" y="62015"/>
                  <a:pt x="55285" y="62826"/>
                  <a:pt x="55219" y="63620"/>
                </a:cubicBezTo>
                <a:lnTo>
                  <a:pt x="55212" y="63795"/>
                </a:lnTo>
                <a:cubicBezTo>
                  <a:pt x="55209" y="63795"/>
                  <a:pt x="55207" y="63796"/>
                  <a:pt x="55205" y="63797"/>
                </a:cubicBezTo>
                <a:cubicBezTo>
                  <a:pt x="54545" y="73059"/>
                  <a:pt x="50855" y="80428"/>
                  <a:pt x="46143" y="81987"/>
                </a:cubicBezTo>
                <a:lnTo>
                  <a:pt x="46141" y="82017"/>
                </a:lnTo>
                <a:cubicBezTo>
                  <a:pt x="46072" y="82044"/>
                  <a:pt x="46002" y="82069"/>
                  <a:pt x="45928" y="82058"/>
                </a:cubicBezTo>
                <a:cubicBezTo>
                  <a:pt x="45519" y="82203"/>
                  <a:pt x="45101" y="82282"/>
                  <a:pt x="44675" y="82295"/>
                </a:cubicBezTo>
                <a:lnTo>
                  <a:pt x="44451" y="82338"/>
                </a:lnTo>
                <a:lnTo>
                  <a:pt x="44450" y="82325"/>
                </a:lnTo>
                <a:lnTo>
                  <a:pt x="44444" y="82326"/>
                </a:lnTo>
                <a:cubicBezTo>
                  <a:pt x="44436" y="82226"/>
                  <a:pt x="44436" y="82126"/>
                  <a:pt x="44436" y="82026"/>
                </a:cubicBezTo>
                <a:cubicBezTo>
                  <a:pt x="44436" y="81877"/>
                  <a:pt x="44437" y="81728"/>
                  <a:pt x="44454" y="81580"/>
                </a:cubicBezTo>
                <a:cubicBezTo>
                  <a:pt x="44453" y="80758"/>
                  <a:pt x="44486" y="79947"/>
                  <a:pt x="44552" y="79153"/>
                </a:cubicBezTo>
                <a:lnTo>
                  <a:pt x="44559" y="78978"/>
                </a:lnTo>
                <a:cubicBezTo>
                  <a:pt x="44561" y="78978"/>
                  <a:pt x="44564" y="78978"/>
                  <a:pt x="44566" y="78976"/>
                </a:cubicBezTo>
                <a:cubicBezTo>
                  <a:pt x="45226" y="69715"/>
                  <a:pt x="48916" y="62345"/>
                  <a:pt x="53628" y="60786"/>
                </a:cubicBezTo>
                <a:lnTo>
                  <a:pt x="53629" y="60756"/>
                </a:lnTo>
                <a:cubicBezTo>
                  <a:pt x="53699" y="60729"/>
                  <a:pt x="53769" y="60705"/>
                  <a:pt x="53842" y="60716"/>
                </a:cubicBezTo>
                <a:cubicBezTo>
                  <a:pt x="54252" y="60570"/>
                  <a:pt x="54670" y="60491"/>
                  <a:pt x="55096" y="60478"/>
                </a:cubicBezTo>
                <a:close/>
                <a:moveTo>
                  <a:pt x="33400" y="60435"/>
                </a:moveTo>
                <a:lnTo>
                  <a:pt x="33625" y="60478"/>
                </a:lnTo>
                <a:cubicBezTo>
                  <a:pt x="34050" y="60491"/>
                  <a:pt x="34469" y="60570"/>
                  <a:pt x="34878" y="60716"/>
                </a:cubicBezTo>
                <a:cubicBezTo>
                  <a:pt x="34951" y="60705"/>
                  <a:pt x="35021" y="60729"/>
                  <a:pt x="35091" y="60756"/>
                </a:cubicBezTo>
                <a:lnTo>
                  <a:pt x="35093" y="60786"/>
                </a:lnTo>
                <a:cubicBezTo>
                  <a:pt x="39804" y="62345"/>
                  <a:pt x="43495" y="69715"/>
                  <a:pt x="44155" y="78976"/>
                </a:cubicBezTo>
                <a:cubicBezTo>
                  <a:pt x="44157" y="78978"/>
                  <a:pt x="44159" y="78978"/>
                  <a:pt x="44161" y="78978"/>
                </a:cubicBezTo>
                <a:lnTo>
                  <a:pt x="44168" y="79153"/>
                </a:lnTo>
                <a:cubicBezTo>
                  <a:pt x="44235" y="79947"/>
                  <a:pt x="44267" y="80758"/>
                  <a:pt x="44266" y="81580"/>
                </a:cubicBezTo>
                <a:cubicBezTo>
                  <a:pt x="44284" y="81728"/>
                  <a:pt x="44284" y="81877"/>
                  <a:pt x="44284" y="82026"/>
                </a:cubicBezTo>
                <a:cubicBezTo>
                  <a:pt x="44284" y="82126"/>
                  <a:pt x="44284" y="82226"/>
                  <a:pt x="44277" y="82326"/>
                </a:cubicBezTo>
                <a:lnTo>
                  <a:pt x="44270" y="82325"/>
                </a:lnTo>
                <a:lnTo>
                  <a:pt x="44270" y="82338"/>
                </a:lnTo>
                <a:lnTo>
                  <a:pt x="44045" y="82295"/>
                </a:lnTo>
                <a:cubicBezTo>
                  <a:pt x="43620" y="82282"/>
                  <a:pt x="43201" y="82203"/>
                  <a:pt x="42792" y="82058"/>
                </a:cubicBezTo>
                <a:cubicBezTo>
                  <a:pt x="42719" y="82069"/>
                  <a:pt x="42649" y="82044"/>
                  <a:pt x="42579" y="82017"/>
                </a:cubicBezTo>
                <a:lnTo>
                  <a:pt x="42578" y="81987"/>
                </a:lnTo>
                <a:cubicBezTo>
                  <a:pt x="37866" y="80428"/>
                  <a:pt x="34176" y="73059"/>
                  <a:pt x="33516" y="63797"/>
                </a:cubicBezTo>
                <a:cubicBezTo>
                  <a:pt x="33513" y="63796"/>
                  <a:pt x="33511" y="63795"/>
                  <a:pt x="33509" y="63795"/>
                </a:cubicBezTo>
                <a:lnTo>
                  <a:pt x="33502" y="63620"/>
                </a:lnTo>
                <a:cubicBezTo>
                  <a:pt x="33435" y="62826"/>
                  <a:pt x="33403" y="62015"/>
                  <a:pt x="33404" y="61193"/>
                </a:cubicBezTo>
                <a:cubicBezTo>
                  <a:pt x="33387" y="61045"/>
                  <a:pt x="33386" y="60896"/>
                  <a:pt x="33386" y="60747"/>
                </a:cubicBezTo>
                <a:lnTo>
                  <a:pt x="33394" y="60447"/>
                </a:lnTo>
                <a:lnTo>
                  <a:pt x="33400" y="60448"/>
                </a:lnTo>
                <a:close/>
                <a:moveTo>
                  <a:pt x="33102" y="60435"/>
                </a:moveTo>
                <a:lnTo>
                  <a:pt x="33102" y="60448"/>
                </a:lnTo>
                <a:lnTo>
                  <a:pt x="33109" y="60447"/>
                </a:lnTo>
                <a:lnTo>
                  <a:pt x="33116" y="60747"/>
                </a:lnTo>
                <a:cubicBezTo>
                  <a:pt x="33116" y="60896"/>
                  <a:pt x="33116" y="61045"/>
                  <a:pt x="33098" y="61193"/>
                </a:cubicBezTo>
                <a:cubicBezTo>
                  <a:pt x="33099" y="62015"/>
                  <a:pt x="33067" y="62826"/>
                  <a:pt x="33000" y="63620"/>
                </a:cubicBezTo>
                <a:lnTo>
                  <a:pt x="32993" y="63795"/>
                </a:lnTo>
                <a:cubicBezTo>
                  <a:pt x="32991" y="63795"/>
                  <a:pt x="32989" y="63796"/>
                  <a:pt x="32987" y="63797"/>
                </a:cubicBezTo>
                <a:cubicBezTo>
                  <a:pt x="32327" y="73059"/>
                  <a:pt x="28636" y="80428"/>
                  <a:pt x="23925" y="81987"/>
                </a:cubicBezTo>
                <a:lnTo>
                  <a:pt x="23923" y="82017"/>
                </a:lnTo>
                <a:cubicBezTo>
                  <a:pt x="23853" y="82044"/>
                  <a:pt x="23783" y="82069"/>
                  <a:pt x="23710" y="82058"/>
                </a:cubicBezTo>
                <a:cubicBezTo>
                  <a:pt x="23301" y="82203"/>
                  <a:pt x="22882" y="82282"/>
                  <a:pt x="22457" y="82295"/>
                </a:cubicBezTo>
                <a:lnTo>
                  <a:pt x="22232" y="82338"/>
                </a:lnTo>
                <a:lnTo>
                  <a:pt x="22232" y="82325"/>
                </a:lnTo>
                <a:lnTo>
                  <a:pt x="22226" y="82326"/>
                </a:lnTo>
                <a:cubicBezTo>
                  <a:pt x="22218" y="82226"/>
                  <a:pt x="22218" y="82126"/>
                  <a:pt x="22218" y="82026"/>
                </a:cubicBezTo>
                <a:cubicBezTo>
                  <a:pt x="22218" y="81877"/>
                  <a:pt x="22219" y="81728"/>
                  <a:pt x="22236" y="81580"/>
                </a:cubicBezTo>
                <a:cubicBezTo>
                  <a:pt x="22235" y="80758"/>
                  <a:pt x="22267" y="79947"/>
                  <a:pt x="22334" y="79153"/>
                </a:cubicBezTo>
                <a:lnTo>
                  <a:pt x="22341" y="78978"/>
                </a:lnTo>
                <a:cubicBezTo>
                  <a:pt x="22343" y="78978"/>
                  <a:pt x="22345" y="78978"/>
                  <a:pt x="22348" y="78976"/>
                </a:cubicBezTo>
                <a:cubicBezTo>
                  <a:pt x="23008" y="69715"/>
                  <a:pt x="26698" y="62345"/>
                  <a:pt x="31410" y="60786"/>
                </a:cubicBezTo>
                <a:lnTo>
                  <a:pt x="31411" y="60756"/>
                </a:lnTo>
                <a:cubicBezTo>
                  <a:pt x="31481" y="60729"/>
                  <a:pt x="31551" y="60705"/>
                  <a:pt x="31624" y="60716"/>
                </a:cubicBezTo>
                <a:cubicBezTo>
                  <a:pt x="32033" y="60570"/>
                  <a:pt x="32452" y="60491"/>
                  <a:pt x="32877" y="60478"/>
                </a:cubicBezTo>
                <a:close/>
                <a:moveTo>
                  <a:pt x="11182" y="60435"/>
                </a:moveTo>
                <a:lnTo>
                  <a:pt x="11407" y="60478"/>
                </a:lnTo>
                <a:cubicBezTo>
                  <a:pt x="11832" y="60491"/>
                  <a:pt x="12251" y="60570"/>
                  <a:pt x="12660" y="60716"/>
                </a:cubicBezTo>
                <a:cubicBezTo>
                  <a:pt x="12733" y="60705"/>
                  <a:pt x="12803" y="60729"/>
                  <a:pt x="12873" y="60756"/>
                </a:cubicBezTo>
                <a:lnTo>
                  <a:pt x="12874" y="60786"/>
                </a:lnTo>
                <a:cubicBezTo>
                  <a:pt x="17586" y="62345"/>
                  <a:pt x="21276" y="69715"/>
                  <a:pt x="21936" y="78976"/>
                </a:cubicBezTo>
                <a:cubicBezTo>
                  <a:pt x="21939" y="78978"/>
                  <a:pt x="21941" y="78978"/>
                  <a:pt x="21943" y="78978"/>
                </a:cubicBezTo>
                <a:lnTo>
                  <a:pt x="21950" y="79153"/>
                </a:lnTo>
                <a:cubicBezTo>
                  <a:pt x="22017" y="79947"/>
                  <a:pt x="22049" y="80758"/>
                  <a:pt x="22048" y="81580"/>
                </a:cubicBezTo>
                <a:cubicBezTo>
                  <a:pt x="22065" y="81728"/>
                  <a:pt x="22066" y="81877"/>
                  <a:pt x="22066" y="82026"/>
                </a:cubicBezTo>
                <a:cubicBezTo>
                  <a:pt x="22066" y="82126"/>
                  <a:pt x="22066" y="82226"/>
                  <a:pt x="22058" y="82326"/>
                </a:cubicBezTo>
                <a:lnTo>
                  <a:pt x="22052" y="82325"/>
                </a:lnTo>
                <a:lnTo>
                  <a:pt x="22051" y="82338"/>
                </a:lnTo>
                <a:lnTo>
                  <a:pt x="21827" y="82295"/>
                </a:lnTo>
                <a:cubicBezTo>
                  <a:pt x="21402" y="82282"/>
                  <a:pt x="20983" y="82203"/>
                  <a:pt x="20574" y="82058"/>
                </a:cubicBezTo>
                <a:cubicBezTo>
                  <a:pt x="20500" y="82069"/>
                  <a:pt x="20431" y="82044"/>
                  <a:pt x="20361" y="82017"/>
                </a:cubicBezTo>
                <a:lnTo>
                  <a:pt x="20359" y="81987"/>
                </a:lnTo>
                <a:cubicBezTo>
                  <a:pt x="15647" y="80428"/>
                  <a:pt x="11957" y="73059"/>
                  <a:pt x="11297" y="63797"/>
                </a:cubicBezTo>
                <a:cubicBezTo>
                  <a:pt x="11295" y="63796"/>
                  <a:pt x="11293" y="63795"/>
                  <a:pt x="11291" y="63795"/>
                </a:cubicBezTo>
                <a:lnTo>
                  <a:pt x="11284" y="63620"/>
                </a:lnTo>
                <a:cubicBezTo>
                  <a:pt x="11217" y="62826"/>
                  <a:pt x="11185" y="62015"/>
                  <a:pt x="11185" y="61193"/>
                </a:cubicBezTo>
                <a:cubicBezTo>
                  <a:pt x="11168" y="61045"/>
                  <a:pt x="11167" y="60896"/>
                  <a:pt x="11167" y="60747"/>
                </a:cubicBezTo>
                <a:lnTo>
                  <a:pt x="11175" y="60447"/>
                </a:lnTo>
                <a:lnTo>
                  <a:pt x="11182" y="60448"/>
                </a:lnTo>
                <a:close/>
                <a:moveTo>
                  <a:pt x="10883" y="60435"/>
                </a:moveTo>
                <a:lnTo>
                  <a:pt x="10884" y="60448"/>
                </a:lnTo>
                <a:lnTo>
                  <a:pt x="10890" y="60447"/>
                </a:lnTo>
                <a:lnTo>
                  <a:pt x="10898" y="60747"/>
                </a:lnTo>
                <a:cubicBezTo>
                  <a:pt x="10898" y="60896"/>
                  <a:pt x="10897" y="61045"/>
                  <a:pt x="10880" y="61193"/>
                </a:cubicBezTo>
                <a:cubicBezTo>
                  <a:pt x="10881" y="62015"/>
                  <a:pt x="10849" y="62826"/>
                  <a:pt x="10782" y="63620"/>
                </a:cubicBezTo>
                <a:lnTo>
                  <a:pt x="10775" y="63795"/>
                </a:lnTo>
                <a:cubicBezTo>
                  <a:pt x="10773" y="63795"/>
                  <a:pt x="10771" y="63796"/>
                  <a:pt x="10768" y="63797"/>
                </a:cubicBezTo>
                <a:cubicBezTo>
                  <a:pt x="10108" y="73059"/>
                  <a:pt x="6418" y="80428"/>
                  <a:pt x="1706" y="81987"/>
                </a:cubicBezTo>
                <a:lnTo>
                  <a:pt x="1705" y="82017"/>
                </a:lnTo>
                <a:cubicBezTo>
                  <a:pt x="1635" y="82044"/>
                  <a:pt x="1565" y="82069"/>
                  <a:pt x="1492" y="82058"/>
                </a:cubicBezTo>
                <a:cubicBezTo>
                  <a:pt x="1083" y="82203"/>
                  <a:pt x="664" y="82282"/>
                  <a:pt x="239" y="82295"/>
                </a:cubicBezTo>
                <a:lnTo>
                  <a:pt x="14" y="82338"/>
                </a:lnTo>
                <a:lnTo>
                  <a:pt x="14" y="82325"/>
                </a:lnTo>
                <a:lnTo>
                  <a:pt x="7" y="82326"/>
                </a:lnTo>
                <a:cubicBezTo>
                  <a:pt x="0" y="82226"/>
                  <a:pt x="0" y="82126"/>
                  <a:pt x="0" y="82026"/>
                </a:cubicBezTo>
                <a:cubicBezTo>
                  <a:pt x="0" y="81877"/>
                  <a:pt x="0" y="81728"/>
                  <a:pt x="17" y="81580"/>
                </a:cubicBezTo>
                <a:cubicBezTo>
                  <a:pt x="17" y="80758"/>
                  <a:pt x="49" y="79947"/>
                  <a:pt x="116" y="79153"/>
                </a:cubicBezTo>
                <a:lnTo>
                  <a:pt x="123" y="78978"/>
                </a:lnTo>
                <a:cubicBezTo>
                  <a:pt x="125" y="78978"/>
                  <a:pt x="127" y="78978"/>
                  <a:pt x="129" y="78976"/>
                </a:cubicBezTo>
                <a:cubicBezTo>
                  <a:pt x="789" y="69715"/>
                  <a:pt x="4479" y="62345"/>
                  <a:pt x="9191" y="60786"/>
                </a:cubicBezTo>
                <a:lnTo>
                  <a:pt x="9193" y="60756"/>
                </a:lnTo>
                <a:cubicBezTo>
                  <a:pt x="9262" y="60729"/>
                  <a:pt x="9332" y="60705"/>
                  <a:pt x="9406" y="60716"/>
                </a:cubicBezTo>
                <a:cubicBezTo>
                  <a:pt x="9815" y="60570"/>
                  <a:pt x="10234" y="60491"/>
                  <a:pt x="10659" y="60478"/>
                </a:cubicBezTo>
                <a:close/>
                <a:moveTo>
                  <a:pt x="109057" y="42206"/>
                </a:moveTo>
                <a:cubicBezTo>
                  <a:pt x="105443" y="43747"/>
                  <a:pt x="102623" y="49340"/>
                  <a:pt x="101923" y="56395"/>
                </a:cubicBezTo>
                <a:cubicBezTo>
                  <a:pt x="105536" y="54855"/>
                  <a:pt x="108357" y="49261"/>
                  <a:pt x="109057" y="42206"/>
                </a:cubicBezTo>
                <a:close/>
                <a:moveTo>
                  <a:pt x="90755" y="42206"/>
                </a:moveTo>
                <a:cubicBezTo>
                  <a:pt x="91455" y="49261"/>
                  <a:pt x="94275" y="54855"/>
                  <a:pt x="97889" y="56395"/>
                </a:cubicBezTo>
                <a:cubicBezTo>
                  <a:pt x="97189" y="49340"/>
                  <a:pt x="94368" y="43747"/>
                  <a:pt x="90755" y="42206"/>
                </a:cubicBezTo>
                <a:close/>
                <a:moveTo>
                  <a:pt x="86838" y="42206"/>
                </a:moveTo>
                <a:cubicBezTo>
                  <a:pt x="83225" y="43747"/>
                  <a:pt x="80404" y="49340"/>
                  <a:pt x="79705" y="56395"/>
                </a:cubicBezTo>
                <a:cubicBezTo>
                  <a:pt x="83318" y="54855"/>
                  <a:pt x="86139" y="49261"/>
                  <a:pt x="86838" y="42206"/>
                </a:cubicBezTo>
                <a:close/>
                <a:moveTo>
                  <a:pt x="68537" y="42206"/>
                </a:moveTo>
                <a:cubicBezTo>
                  <a:pt x="69236" y="49261"/>
                  <a:pt x="72057" y="54855"/>
                  <a:pt x="75671" y="56395"/>
                </a:cubicBezTo>
                <a:cubicBezTo>
                  <a:pt x="74971" y="49340"/>
                  <a:pt x="72150" y="43747"/>
                  <a:pt x="68537" y="42206"/>
                </a:cubicBezTo>
                <a:close/>
                <a:moveTo>
                  <a:pt x="64620" y="42206"/>
                </a:moveTo>
                <a:cubicBezTo>
                  <a:pt x="61007" y="43747"/>
                  <a:pt x="58186" y="49340"/>
                  <a:pt x="57486" y="56395"/>
                </a:cubicBezTo>
                <a:cubicBezTo>
                  <a:pt x="61100" y="54855"/>
                  <a:pt x="63921" y="49261"/>
                  <a:pt x="64620" y="42206"/>
                </a:cubicBezTo>
                <a:close/>
                <a:moveTo>
                  <a:pt x="46318" y="42206"/>
                </a:moveTo>
                <a:cubicBezTo>
                  <a:pt x="47018" y="49261"/>
                  <a:pt x="49839" y="54855"/>
                  <a:pt x="53452" y="56395"/>
                </a:cubicBezTo>
                <a:cubicBezTo>
                  <a:pt x="52753" y="49340"/>
                  <a:pt x="49932" y="43747"/>
                  <a:pt x="46318" y="42206"/>
                </a:cubicBezTo>
                <a:close/>
                <a:moveTo>
                  <a:pt x="42402" y="42206"/>
                </a:moveTo>
                <a:cubicBezTo>
                  <a:pt x="38789" y="43747"/>
                  <a:pt x="35968" y="49340"/>
                  <a:pt x="35268" y="56395"/>
                </a:cubicBezTo>
                <a:cubicBezTo>
                  <a:pt x="38881" y="54855"/>
                  <a:pt x="41702" y="49261"/>
                  <a:pt x="42402" y="42206"/>
                </a:cubicBezTo>
                <a:close/>
                <a:moveTo>
                  <a:pt x="24100" y="42206"/>
                </a:moveTo>
                <a:cubicBezTo>
                  <a:pt x="24800" y="49261"/>
                  <a:pt x="27621" y="54855"/>
                  <a:pt x="31234" y="56395"/>
                </a:cubicBezTo>
                <a:cubicBezTo>
                  <a:pt x="30534" y="49340"/>
                  <a:pt x="27714" y="43747"/>
                  <a:pt x="24100" y="42206"/>
                </a:cubicBezTo>
                <a:close/>
                <a:moveTo>
                  <a:pt x="20184" y="42206"/>
                </a:moveTo>
                <a:cubicBezTo>
                  <a:pt x="16570" y="43747"/>
                  <a:pt x="13749" y="49340"/>
                  <a:pt x="13050" y="56395"/>
                </a:cubicBezTo>
                <a:cubicBezTo>
                  <a:pt x="16663" y="54855"/>
                  <a:pt x="19484" y="49261"/>
                  <a:pt x="20184" y="42206"/>
                </a:cubicBezTo>
                <a:close/>
                <a:moveTo>
                  <a:pt x="1882" y="42206"/>
                </a:moveTo>
                <a:cubicBezTo>
                  <a:pt x="2581" y="49261"/>
                  <a:pt x="5402" y="54855"/>
                  <a:pt x="9016" y="56395"/>
                </a:cubicBezTo>
                <a:cubicBezTo>
                  <a:pt x="8316" y="49340"/>
                  <a:pt x="5495" y="43747"/>
                  <a:pt x="1882" y="42206"/>
                </a:cubicBezTo>
                <a:close/>
                <a:moveTo>
                  <a:pt x="111106" y="38435"/>
                </a:moveTo>
                <a:lnTo>
                  <a:pt x="111330" y="38477"/>
                </a:lnTo>
                <a:cubicBezTo>
                  <a:pt x="111755" y="38491"/>
                  <a:pt x="112174" y="38569"/>
                  <a:pt x="112583" y="38713"/>
                </a:cubicBezTo>
                <a:cubicBezTo>
                  <a:pt x="112657" y="38702"/>
                  <a:pt x="112727" y="38727"/>
                  <a:pt x="112796" y="38753"/>
                </a:cubicBezTo>
                <a:lnTo>
                  <a:pt x="112798" y="38783"/>
                </a:lnTo>
                <a:cubicBezTo>
                  <a:pt x="115743" y="39750"/>
                  <a:pt x="118288" y="42969"/>
                  <a:pt x="119945" y="47490"/>
                </a:cubicBezTo>
                <a:lnTo>
                  <a:pt x="120000" y="47667"/>
                </a:lnTo>
                <a:lnTo>
                  <a:pt x="120000" y="55624"/>
                </a:lnTo>
                <a:lnTo>
                  <a:pt x="119748" y="53823"/>
                </a:lnTo>
                <a:cubicBezTo>
                  <a:pt x="118690" y="48005"/>
                  <a:pt x="116135" y="43554"/>
                  <a:pt x="112973" y="42206"/>
                </a:cubicBezTo>
                <a:cubicBezTo>
                  <a:pt x="113585" y="48379"/>
                  <a:pt x="115822" y="53433"/>
                  <a:pt x="118792" y="55632"/>
                </a:cubicBezTo>
                <a:lnTo>
                  <a:pt x="120000" y="56332"/>
                </a:lnTo>
                <a:lnTo>
                  <a:pt x="120000" y="59679"/>
                </a:lnTo>
                <a:lnTo>
                  <a:pt x="118568" y="58975"/>
                </a:lnTo>
                <a:cubicBezTo>
                  <a:pt x="114696" y="56414"/>
                  <a:pt x="111798" y="49811"/>
                  <a:pt x="111221" y="41771"/>
                </a:cubicBezTo>
                <a:cubicBezTo>
                  <a:pt x="111218" y="41769"/>
                  <a:pt x="111216" y="41769"/>
                  <a:pt x="111214" y="41769"/>
                </a:cubicBezTo>
                <a:lnTo>
                  <a:pt x="111207" y="41595"/>
                </a:lnTo>
                <a:cubicBezTo>
                  <a:pt x="111140" y="40807"/>
                  <a:pt x="111108" y="40003"/>
                  <a:pt x="111109" y="39187"/>
                </a:cubicBezTo>
                <a:cubicBezTo>
                  <a:pt x="111092" y="39040"/>
                  <a:pt x="111091" y="38893"/>
                  <a:pt x="111091" y="38745"/>
                </a:cubicBezTo>
                <a:lnTo>
                  <a:pt x="111099" y="38447"/>
                </a:lnTo>
                <a:lnTo>
                  <a:pt x="111105" y="38448"/>
                </a:lnTo>
                <a:close/>
                <a:moveTo>
                  <a:pt x="110925" y="38435"/>
                </a:moveTo>
                <a:lnTo>
                  <a:pt x="110925" y="38448"/>
                </a:lnTo>
                <a:lnTo>
                  <a:pt x="110931" y="38447"/>
                </a:lnTo>
                <a:lnTo>
                  <a:pt x="110939" y="38745"/>
                </a:lnTo>
                <a:cubicBezTo>
                  <a:pt x="110939" y="38893"/>
                  <a:pt x="110938" y="39040"/>
                  <a:pt x="110921" y="39187"/>
                </a:cubicBezTo>
                <a:cubicBezTo>
                  <a:pt x="110922" y="40003"/>
                  <a:pt x="110890" y="40807"/>
                  <a:pt x="110823" y="41595"/>
                </a:cubicBezTo>
                <a:lnTo>
                  <a:pt x="110816" y="41769"/>
                </a:lnTo>
                <a:cubicBezTo>
                  <a:pt x="110814" y="41769"/>
                  <a:pt x="110812" y="41769"/>
                  <a:pt x="110809" y="41771"/>
                </a:cubicBezTo>
                <a:cubicBezTo>
                  <a:pt x="110149" y="50959"/>
                  <a:pt x="106459" y="58271"/>
                  <a:pt x="101747" y="59818"/>
                </a:cubicBezTo>
                <a:lnTo>
                  <a:pt x="101746" y="59848"/>
                </a:lnTo>
                <a:cubicBezTo>
                  <a:pt x="101676" y="59874"/>
                  <a:pt x="101606" y="59899"/>
                  <a:pt x="101533" y="59888"/>
                </a:cubicBezTo>
                <a:cubicBezTo>
                  <a:pt x="101124" y="60032"/>
                  <a:pt x="100705" y="60110"/>
                  <a:pt x="100280" y="60124"/>
                </a:cubicBezTo>
                <a:lnTo>
                  <a:pt x="100055" y="60166"/>
                </a:lnTo>
                <a:lnTo>
                  <a:pt x="100055" y="60153"/>
                </a:lnTo>
                <a:lnTo>
                  <a:pt x="100048" y="60154"/>
                </a:lnTo>
                <a:cubicBezTo>
                  <a:pt x="100041" y="60055"/>
                  <a:pt x="100041" y="59956"/>
                  <a:pt x="100041" y="59856"/>
                </a:cubicBezTo>
                <a:cubicBezTo>
                  <a:pt x="100041" y="59708"/>
                  <a:pt x="100041" y="59561"/>
                  <a:pt x="100059" y="59414"/>
                </a:cubicBezTo>
                <a:cubicBezTo>
                  <a:pt x="100058" y="58598"/>
                  <a:pt x="100090" y="57794"/>
                  <a:pt x="100157" y="57006"/>
                </a:cubicBezTo>
                <a:lnTo>
                  <a:pt x="100164" y="56832"/>
                </a:lnTo>
                <a:cubicBezTo>
                  <a:pt x="100166" y="56832"/>
                  <a:pt x="100168" y="56832"/>
                  <a:pt x="100170" y="56831"/>
                </a:cubicBezTo>
                <a:cubicBezTo>
                  <a:pt x="100830" y="47642"/>
                  <a:pt x="104521" y="40330"/>
                  <a:pt x="109232" y="38783"/>
                </a:cubicBezTo>
                <a:lnTo>
                  <a:pt x="109234" y="38753"/>
                </a:lnTo>
                <a:cubicBezTo>
                  <a:pt x="109304" y="38727"/>
                  <a:pt x="109374" y="38702"/>
                  <a:pt x="109447" y="38713"/>
                </a:cubicBezTo>
                <a:cubicBezTo>
                  <a:pt x="109856" y="38569"/>
                  <a:pt x="110275" y="38491"/>
                  <a:pt x="110700" y="38477"/>
                </a:cubicBezTo>
                <a:close/>
                <a:moveTo>
                  <a:pt x="88887" y="38435"/>
                </a:moveTo>
                <a:lnTo>
                  <a:pt x="89112" y="38477"/>
                </a:lnTo>
                <a:cubicBezTo>
                  <a:pt x="89537" y="38491"/>
                  <a:pt x="89956" y="38569"/>
                  <a:pt x="90365" y="38713"/>
                </a:cubicBezTo>
                <a:cubicBezTo>
                  <a:pt x="90438" y="38702"/>
                  <a:pt x="90508" y="38727"/>
                  <a:pt x="90578" y="38753"/>
                </a:cubicBezTo>
                <a:lnTo>
                  <a:pt x="90579" y="38783"/>
                </a:lnTo>
                <a:cubicBezTo>
                  <a:pt x="95291" y="40330"/>
                  <a:pt x="98981" y="47642"/>
                  <a:pt x="99641" y="56831"/>
                </a:cubicBezTo>
                <a:cubicBezTo>
                  <a:pt x="99644" y="56832"/>
                  <a:pt x="99646" y="56832"/>
                  <a:pt x="99648" y="56832"/>
                </a:cubicBezTo>
                <a:lnTo>
                  <a:pt x="99655" y="57006"/>
                </a:lnTo>
                <a:cubicBezTo>
                  <a:pt x="99722" y="57794"/>
                  <a:pt x="99754" y="58598"/>
                  <a:pt x="99753" y="59414"/>
                </a:cubicBezTo>
                <a:cubicBezTo>
                  <a:pt x="99770" y="59561"/>
                  <a:pt x="99771" y="59708"/>
                  <a:pt x="99771" y="59856"/>
                </a:cubicBezTo>
                <a:cubicBezTo>
                  <a:pt x="99771" y="59956"/>
                  <a:pt x="99771" y="60055"/>
                  <a:pt x="99763" y="60154"/>
                </a:cubicBezTo>
                <a:lnTo>
                  <a:pt x="99757" y="60153"/>
                </a:lnTo>
                <a:lnTo>
                  <a:pt x="99757" y="60166"/>
                </a:lnTo>
                <a:lnTo>
                  <a:pt x="99532" y="60124"/>
                </a:lnTo>
                <a:cubicBezTo>
                  <a:pt x="99107" y="60110"/>
                  <a:pt x="98688" y="60032"/>
                  <a:pt x="98279" y="59888"/>
                </a:cubicBezTo>
                <a:cubicBezTo>
                  <a:pt x="98206" y="59899"/>
                  <a:pt x="98136" y="59874"/>
                  <a:pt x="98066" y="59848"/>
                </a:cubicBezTo>
                <a:lnTo>
                  <a:pt x="98064" y="59818"/>
                </a:lnTo>
                <a:cubicBezTo>
                  <a:pt x="93353" y="58271"/>
                  <a:pt x="89662" y="50959"/>
                  <a:pt x="89002" y="41771"/>
                </a:cubicBezTo>
                <a:cubicBezTo>
                  <a:pt x="89000" y="41769"/>
                  <a:pt x="88998" y="41769"/>
                  <a:pt x="88996" y="41769"/>
                </a:cubicBezTo>
                <a:lnTo>
                  <a:pt x="88989" y="41595"/>
                </a:lnTo>
                <a:cubicBezTo>
                  <a:pt x="88922" y="40807"/>
                  <a:pt x="88890" y="40003"/>
                  <a:pt x="88891" y="39187"/>
                </a:cubicBezTo>
                <a:cubicBezTo>
                  <a:pt x="88873" y="39040"/>
                  <a:pt x="88873" y="38893"/>
                  <a:pt x="88873" y="38745"/>
                </a:cubicBezTo>
                <a:lnTo>
                  <a:pt x="88880" y="38447"/>
                </a:lnTo>
                <a:lnTo>
                  <a:pt x="88887" y="38448"/>
                </a:lnTo>
                <a:close/>
                <a:moveTo>
                  <a:pt x="88706" y="38435"/>
                </a:moveTo>
                <a:lnTo>
                  <a:pt x="88707" y="38448"/>
                </a:lnTo>
                <a:lnTo>
                  <a:pt x="88713" y="38447"/>
                </a:lnTo>
                <a:lnTo>
                  <a:pt x="88721" y="38745"/>
                </a:lnTo>
                <a:cubicBezTo>
                  <a:pt x="88721" y="38893"/>
                  <a:pt x="88720" y="39040"/>
                  <a:pt x="88703" y="39187"/>
                </a:cubicBezTo>
                <a:cubicBezTo>
                  <a:pt x="88703" y="40003"/>
                  <a:pt x="88671" y="40807"/>
                  <a:pt x="88605" y="41595"/>
                </a:cubicBezTo>
                <a:lnTo>
                  <a:pt x="88598" y="41769"/>
                </a:lnTo>
                <a:cubicBezTo>
                  <a:pt x="88596" y="41769"/>
                  <a:pt x="88593" y="41769"/>
                  <a:pt x="88591" y="41771"/>
                </a:cubicBezTo>
                <a:cubicBezTo>
                  <a:pt x="87931" y="50959"/>
                  <a:pt x="84241" y="58271"/>
                  <a:pt x="79529" y="59818"/>
                </a:cubicBezTo>
                <a:lnTo>
                  <a:pt x="79528" y="59848"/>
                </a:lnTo>
                <a:cubicBezTo>
                  <a:pt x="79458" y="59874"/>
                  <a:pt x="79388" y="59899"/>
                  <a:pt x="79315" y="59888"/>
                </a:cubicBezTo>
                <a:cubicBezTo>
                  <a:pt x="78905" y="60032"/>
                  <a:pt x="78487" y="60110"/>
                  <a:pt x="78062" y="60124"/>
                </a:cubicBezTo>
                <a:lnTo>
                  <a:pt x="77837" y="60166"/>
                </a:lnTo>
                <a:lnTo>
                  <a:pt x="77837" y="60153"/>
                </a:lnTo>
                <a:lnTo>
                  <a:pt x="77830" y="60154"/>
                </a:lnTo>
                <a:cubicBezTo>
                  <a:pt x="77823" y="60055"/>
                  <a:pt x="77822" y="59956"/>
                  <a:pt x="77822" y="59856"/>
                </a:cubicBezTo>
                <a:cubicBezTo>
                  <a:pt x="77822" y="59708"/>
                  <a:pt x="77823" y="59561"/>
                  <a:pt x="77840" y="59414"/>
                </a:cubicBezTo>
                <a:cubicBezTo>
                  <a:pt x="77840" y="58598"/>
                  <a:pt x="77872" y="57794"/>
                  <a:pt x="77938" y="57006"/>
                </a:cubicBezTo>
                <a:lnTo>
                  <a:pt x="77945" y="56832"/>
                </a:lnTo>
                <a:cubicBezTo>
                  <a:pt x="77948" y="56832"/>
                  <a:pt x="77950" y="56832"/>
                  <a:pt x="77952" y="56831"/>
                </a:cubicBezTo>
                <a:cubicBezTo>
                  <a:pt x="78612" y="47642"/>
                  <a:pt x="82302" y="40330"/>
                  <a:pt x="87014" y="38783"/>
                </a:cubicBezTo>
                <a:lnTo>
                  <a:pt x="87016" y="38753"/>
                </a:lnTo>
                <a:cubicBezTo>
                  <a:pt x="87085" y="38727"/>
                  <a:pt x="87155" y="38702"/>
                  <a:pt x="87228" y="38713"/>
                </a:cubicBezTo>
                <a:cubicBezTo>
                  <a:pt x="87638" y="38569"/>
                  <a:pt x="88057" y="38491"/>
                  <a:pt x="88482" y="38477"/>
                </a:cubicBezTo>
                <a:close/>
                <a:moveTo>
                  <a:pt x="66669" y="38435"/>
                </a:moveTo>
                <a:lnTo>
                  <a:pt x="66893" y="38477"/>
                </a:lnTo>
                <a:cubicBezTo>
                  <a:pt x="67319" y="38491"/>
                  <a:pt x="67737" y="38569"/>
                  <a:pt x="68147" y="38713"/>
                </a:cubicBezTo>
                <a:cubicBezTo>
                  <a:pt x="68220" y="38702"/>
                  <a:pt x="68290" y="38727"/>
                  <a:pt x="68360" y="38753"/>
                </a:cubicBezTo>
                <a:lnTo>
                  <a:pt x="68361" y="38783"/>
                </a:lnTo>
                <a:cubicBezTo>
                  <a:pt x="73073" y="40330"/>
                  <a:pt x="76763" y="47642"/>
                  <a:pt x="77423" y="56831"/>
                </a:cubicBezTo>
                <a:cubicBezTo>
                  <a:pt x="77425" y="56832"/>
                  <a:pt x="77428" y="56832"/>
                  <a:pt x="77430" y="56832"/>
                </a:cubicBezTo>
                <a:lnTo>
                  <a:pt x="77437" y="57006"/>
                </a:lnTo>
                <a:cubicBezTo>
                  <a:pt x="77503" y="57794"/>
                  <a:pt x="77536" y="58598"/>
                  <a:pt x="77535" y="59414"/>
                </a:cubicBezTo>
                <a:cubicBezTo>
                  <a:pt x="77552" y="59561"/>
                  <a:pt x="77553" y="59708"/>
                  <a:pt x="77553" y="59856"/>
                </a:cubicBezTo>
                <a:cubicBezTo>
                  <a:pt x="77553" y="59956"/>
                  <a:pt x="77553" y="60055"/>
                  <a:pt x="77545" y="60154"/>
                </a:cubicBezTo>
                <a:lnTo>
                  <a:pt x="77539" y="60153"/>
                </a:lnTo>
                <a:lnTo>
                  <a:pt x="77538" y="60166"/>
                </a:lnTo>
                <a:lnTo>
                  <a:pt x="77314" y="60124"/>
                </a:lnTo>
                <a:cubicBezTo>
                  <a:pt x="76888" y="60110"/>
                  <a:pt x="76470" y="60032"/>
                  <a:pt x="76061" y="59888"/>
                </a:cubicBezTo>
                <a:cubicBezTo>
                  <a:pt x="75987" y="59899"/>
                  <a:pt x="75917" y="59874"/>
                  <a:pt x="75848" y="59848"/>
                </a:cubicBezTo>
                <a:lnTo>
                  <a:pt x="75846" y="59818"/>
                </a:lnTo>
                <a:cubicBezTo>
                  <a:pt x="71134" y="58271"/>
                  <a:pt x="67444" y="50959"/>
                  <a:pt x="66784" y="41771"/>
                </a:cubicBezTo>
                <a:cubicBezTo>
                  <a:pt x="66782" y="41769"/>
                  <a:pt x="66780" y="41769"/>
                  <a:pt x="66777" y="41769"/>
                </a:cubicBezTo>
                <a:lnTo>
                  <a:pt x="66770" y="41595"/>
                </a:lnTo>
                <a:cubicBezTo>
                  <a:pt x="66704" y="40807"/>
                  <a:pt x="66672" y="40003"/>
                  <a:pt x="66672" y="39187"/>
                </a:cubicBezTo>
                <a:cubicBezTo>
                  <a:pt x="66655" y="39040"/>
                  <a:pt x="66654" y="38893"/>
                  <a:pt x="66654" y="38745"/>
                </a:cubicBezTo>
                <a:lnTo>
                  <a:pt x="66662" y="38447"/>
                </a:lnTo>
                <a:lnTo>
                  <a:pt x="66669" y="38448"/>
                </a:lnTo>
                <a:close/>
                <a:moveTo>
                  <a:pt x="66488" y="38435"/>
                </a:moveTo>
                <a:lnTo>
                  <a:pt x="66488" y="38448"/>
                </a:lnTo>
                <a:lnTo>
                  <a:pt x="66495" y="38447"/>
                </a:lnTo>
                <a:lnTo>
                  <a:pt x="66503" y="38745"/>
                </a:lnTo>
                <a:cubicBezTo>
                  <a:pt x="66503" y="38893"/>
                  <a:pt x="66502" y="39040"/>
                  <a:pt x="66485" y="39187"/>
                </a:cubicBezTo>
                <a:cubicBezTo>
                  <a:pt x="66485" y="40003"/>
                  <a:pt x="66453" y="40807"/>
                  <a:pt x="66387" y="41595"/>
                </a:cubicBezTo>
                <a:lnTo>
                  <a:pt x="66380" y="41769"/>
                </a:lnTo>
                <a:cubicBezTo>
                  <a:pt x="66377" y="41769"/>
                  <a:pt x="66375" y="41769"/>
                  <a:pt x="66373" y="41771"/>
                </a:cubicBezTo>
                <a:cubicBezTo>
                  <a:pt x="65713" y="50959"/>
                  <a:pt x="62023" y="58271"/>
                  <a:pt x="57311" y="59818"/>
                </a:cubicBezTo>
                <a:lnTo>
                  <a:pt x="57309" y="59848"/>
                </a:lnTo>
                <a:cubicBezTo>
                  <a:pt x="57240" y="59874"/>
                  <a:pt x="57170" y="59899"/>
                  <a:pt x="57096" y="59888"/>
                </a:cubicBezTo>
                <a:cubicBezTo>
                  <a:pt x="56687" y="60032"/>
                  <a:pt x="56269" y="60110"/>
                  <a:pt x="55843" y="60124"/>
                </a:cubicBezTo>
                <a:lnTo>
                  <a:pt x="55619" y="60166"/>
                </a:lnTo>
                <a:lnTo>
                  <a:pt x="55618" y="60153"/>
                </a:lnTo>
                <a:lnTo>
                  <a:pt x="55612" y="60154"/>
                </a:lnTo>
                <a:cubicBezTo>
                  <a:pt x="55604" y="60055"/>
                  <a:pt x="55604" y="59956"/>
                  <a:pt x="55604" y="59856"/>
                </a:cubicBezTo>
                <a:cubicBezTo>
                  <a:pt x="55604" y="59708"/>
                  <a:pt x="55605" y="59561"/>
                  <a:pt x="55622" y="59414"/>
                </a:cubicBezTo>
                <a:cubicBezTo>
                  <a:pt x="55621" y="58598"/>
                  <a:pt x="55654" y="57794"/>
                  <a:pt x="55720" y="57006"/>
                </a:cubicBezTo>
                <a:lnTo>
                  <a:pt x="55727" y="56832"/>
                </a:lnTo>
                <a:cubicBezTo>
                  <a:pt x="55729" y="56832"/>
                  <a:pt x="55732" y="56832"/>
                  <a:pt x="55734" y="56831"/>
                </a:cubicBezTo>
                <a:cubicBezTo>
                  <a:pt x="56394" y="47642"/>
                  <a:pt x="60084" y="40330"/>
                  <a:pt x="64796" y="38783"/>
                </a:cubicBezTo>
                <a:lnTo>
                  <a:pt x="64797" y="38753"/>
                </a:lnTo>
                <a:cubicBezTo>
                  <a:pt x="64867" y="38727"/>
                  <a:pt x="64937" y="38702"/>
                  <a:pt x="65010" y="38713"/>
                </a:cubicBezTo>
                <a:cubicBezTo>
                  <a:pt x="65420" y="38569"/>
                  <a:pt x="65838" y="38491"/>
                  <a:pt x="66264" y="38477"/>
                </a:cubicBezTo>
                <a:close/>
                <a:moveTo>
                  <a:pt x="44451" y="38435"/>
                </a:moveTo>
                <a:lnTo>
                  <a:pt x="44675" y="38477"/>
                </a:lnTo>
                <a:cubicBezTo>
                  <a:pt x="45100" y="38491"/>
                  <a:pt x="45519" y="38569"/>
                  <a:pt x="45929" y="38713"/>
                </a:cubicBezTo>
                <a:cubicBezTo>
                  <a:pt x="46002" y="38702"/>
                  <a:pt x="46072" y="38727"/>
                  <a:pt x="46141" y="38753"/>
                </a:cubicBezTo>
                <a:lnTo>
                  <a:pt x="46143" y="38783"/>
                </a:lnTo>
                <a:cubicBezTo>
                  <a:pt x="50855" y="40330"/>
                  <a:pt x="54545" y="47642"/>
                  <a:pt x="55205" y="56831"/>
                </a:cubicBezTo>
                <a:cubicBezTo>
                  <a:pt x="55207" y="56832"/>
                  <a:pt x="55209" y="56832"/>
                  <a:pt x="55212" y="56832"/>
                </a:cubicBezTo>
                <a:lnTo>
                  <a:pt x="55219" y="57006"/>
                </a:lnTo>
                <a:cubicBezTo>
                  <a:pt x="55285" y="57794"/>
                  <a:pt x="55317" y="58598"/>
                  <a:pt x="55317" y="59414"/>
                </a:cubicBezTo>
                <a:cubicBezTo>
                  <a:pt x="55334" y="59561"/>
                  <a:pt x="55335" y="59708"/>
                  <a:pt x="55335" y="59856"/>
                </a:cubicBezTo>
                <a:cubicBezTo>
                  <a:pt x="55335" y="59956"/>
                  <a:pt x="55334" y="60055"/>
                  <a:pt x="55327" y="60154"/>
                </a:cubicBezTo>
                <a:lnTo>
                  <a:pt x="55320" y="60153"/>
                </a:lnTo>
                <a:lnTo>
                  <a:pt x="55320" y="60166"/>
                </a:lnTo>
                <a:lnTo>
                  <a:pt x="55095" y="60124"/>
                </a:lnTo>
                <a:cubicBezTo>
                  <a:pt x="54670" y="60110"/>
                  <a:pt x="54252" y="60032"/>
                  <a:pt x="53842" y="59888"/>
                </a:cubicBezTo>
                <a:cubicBezTo>
                  <a:pt x="53769" y="59899"/>
                  <a:pt x="53699" y="59874"/>
                  <a:pt x="53629" y="59848"/>
                </a:cubicBezTo>
                <a:lnTo>
                  <a:pt x="53628" y="59818"/>
                </a:lnTo>
                <a:cubicBezTo>
                  <a:pt x="48916" y="58271"/>
                  <a:pt x="45226" y="50959"/>
                  <a:pt x="44566" y="41771"/>
                </a:cubicBezTo>
                <a:cubicBezTo>
                  <a:pt x="44564" y="41769"/>
                  <a:pt x="44561" y="41769"/>
                  <a:pt x="44559" y="41769"/>
                </a:cubicBezTo>
                <a:lnTo>
                  <a:pt x="44552" y="41595"/>
                </a:lnTo>
                <a:cubicBezTo>
                  <a:pt x="44486" y="40807"/>
                  <a:pt x="44453" y="40003"/>
                  <a:pt x="44454" y="39187"/>
                </a:cubicBezTo>
                <a:cubicBezTo>
                  <a:pt x="44437" y="39040"/>
                  <a:pt x="44436" y="38893"/>
                  <a:pt x="44436" y="38745"/>
                </a:cubicBezTo>
                <a:lnTo>
                  <a:pt x="44444" y="38447"/>
                </a:lnTo>
                <a:lnTo>
                  <a:pt x="44450" y="38448"/>
                </a:lnTo>
                <a:close/>
                <a:moveTo>
                  <a:pt x="44270" y="38435"/>
                </a:moveTo>
                <a:lnTo>
                  <a:pt x="44270" y="38448"/>
                </a:lnTo>
                <a:lnTo>
                  <a:pt x="44277" y="38447"/>
                </a:lnTo>
                <a:lnTo>
                  <a:pt x="44284" y="38745"/>
                </a:lnTo>
                <a:cubicBezTo>
                  <a:pt x="44284" y="38893"/>
                  <a:pt x="44284" y="39040"/>
                  <a:pt x="44266" y="39187"/>
                </a:cubicBezTo>
                <a:cubicBezTo>
                  <a:pt x="44267" y="40003"/>
                  <a:pt x="44235" y="40807"/>
                  <a:pt x="44168" y="41595"/>
                </a:cubicBezTo>
                <a:lnTo>
                  <a:pt x="44161" y="41769"/>
                </a:lnTo>
                <a:cubicBezTo>
                  <a:pt x="44159" y="41769"/>
                  <a:pt x="44157" y="41769"/>
                  <a:pt x="44155" y="41771"/>
                </a:cubicBezTo>
                <a:cubicBezTo>
                  <a:pt x="43494" y="50959"/>
                  <a:pt x="39804" y="58271"/>
                  <a:pt x="35093" y="59818"/>
                </a:cubicBezTo>
                <a:lnTo>
                  <a:pt x="35091" y="59848"/>
                </a:lnTo>
                <a:cubicBezTo>
                  <a:pt x="35021" y="59874"/>
                  <a:pt x="34951" y="59899"/>
                  <a:pt x="34878" y="59888"/>
                </a:cubicBezTo>
                <a:cubicBezTo>
                  <a:pt x="34469" y="60032"/>
                  <a:pt x="34050" y="60110"/>
                  <a:pt x="33625" y="60124"/>
                </a:cubicBezTo>
                <a:lnTo>
                  <a:pt x="33400" y="60166"/>
                </a:lnTo>
                <a:lnTo>
                  <a:pt x="33400" y="60153"/>
                </a:lnTo>
                <a:lnTo>
                  <a:pt x="33394" y="60154"/>
                </a:lnTo>
                <a:cubicBezTo>
                  <a:pt x="33386" y="60055"/>
                  <a:pt x="33386" y="59956"/>
                  <a:pt x="33386" y="59856"/>
                </a:cubicBezTo>
                <a:cubicBezTo>
                  <a:pt x="33386" y="59708"/>
                  <a:pt x="33387" y="59561"/>
                  <a:pt x="33404" y="59414"/>
                </a:cubicBezTo>
                <a:cubicBezTo>
                  <a:pt x="33403" y="58598"/>
                  <a:pt x="33435" y="57794"/>
                  <a:pt x="33502" y="57006"/>
                </a:cubicBezTo>
                <a:lnTo>
                  <a:pt x="33509" y="56832"/>
                </a:lnTo>
                <a:cubicBezTo>
                  <a:pt x="33511" y="56832"/>
                  <a:pt x="33513" y="56832"/>
                  <a:pt x="33515" y="56831"/>
                </a:cubicBezTo>
                <a:cubicBezTo>
                  <a:pt x="34176" y="47642"/>
                  <a:pt x="37866" y="40330"/>
                  <a:pt x="42577" y="38783"/>
                </a:cubicBezTo>
                <a:lnTo>
                  <a:pt x="42579" y="38753"/>
                </a:lnTo>
                <a:cubicBezTo>
                  <a:pt x="42649" y="38727"/>
                  <a:pt x="42719" y="38702"/>
                  <a:pt x="42792" y="38713"/>
                </a:cubicBezTo>
                <a:cubicBezTo>
                  <a:pt x="43201" y="38569"/>
                  <a:pt x="43620" y="38491"/>
                  <a:pt x="44045" y="38477"/>
                </a:cubicBezTo>
                <a:close/>
                <a:moveTo>
                  <a:pt x="22232" y="38435"/>
                </a:moveTo>
                <a:lnTo>
                  <a:pt x="22457" y="38477"/>
                </a:lnTo>
                <a:cubicBezTo>
                  <a:pt x="22882" y="38491"/>
                  <a:pt x="23301" y="38569"/>
                  <a:pt x="23710" y="38713"/>
                </a:cubicBezTo>
                <a:cubicBezTo>
                  <a:pt x="23783" y="38702"/>
                  <a:pt x="23853" y="38727"/>
                  <a:pt x="23923" y="38753"/>
                </a:cubicBezTo>
                <a:lnTo>
                  <a:pt x="23925" y="38783"/>
                </a:lnTo>
                <a:cubicBezTo>
                  <a:pt x="28636" y="40330"/>
                  <a:pt x="32327" y="47642"/>
                  <a:pt x="32987" y="56831"/>
                </a:cubicBezTo>
                <a:cubicBezTo>
                  <a:pt x="32989" y="56832"/>
                  <a:pt x="32991" y="56832"/>
                  <a:pt x="32993" y="56832"/>
                </a:cubicBezTo>
                <a:lnTo>
                  <a:pt x="33000" y="57006"/>
                </a:lnTo>
                <a:cubicBezTo>
                  <a:pt x="33067" y="57794"/>
                  <a:pt x="33099" y="58598"/>
                  <a:pt x="33098" y="59414"/>
                </a:cubicBezTo>
                <a:cubicBezTo>
                  <a:pt x="33116" y="59561"/>
                  <a:pt x="33116" y="59708"/>
                  <a:pt x="33116" y="59856"/>
                </a:cubicBezTo>
                <a:cubicBezTo>
                  <a:pt x="33116" y="59956"/>
                  <a:pt x="33116" y="60055"/>
                  <a:pt x="33109" y="60154"/>
                </a:cubicBezTo>
                <a:lnTo>
                  <a:pt x="33102" y="60153"/>
                </a:lnTo>
                <a:lnTo>
                  <a:pt x="33102" y="60166"/>
                </a:lnTo>
                <a:lnTo>
                  <a:pt x="32877" y="60124"/>
                </a:lnTo>
                <a:cubicBezTo>
                  <a:pt x="32452" y="60110"/>
                  <a:pt x="32033" y="60032"/>
                  <a:pt x="31624" y="59888"/>
                </a:cubicBezTo>
                <a:cubicBezTo>
                  <a:pt x="31551" y="59899"/>
                  <a:pt x="31481" y="59874"/>
                  <a:pt x="31411" y="59848"/>
                </a:cubicBezTo>
                <a:lnTo>
                  <a:pt x="31410" y="59818"/>
                </a:lnTo>
                <a:cubicBezTo>
                  <a:pt x="26698" y="58271"/>
                  <a:pt x="23008" y="50959"/>
                  <a:pt x="22348" y="41771"/>
                </a:cubicBezTo>
                <a:cubicBezTo>
                  <a:pt x="22345" y="41769"/>
                  <a:pt x="22343" y="41769"/>
                  <a:pt x="22341" y="41769"/>
                </a:cubicBezTo>
                <a:lnTo>
                  <a:pt x="22334" y="41595"/>
                </a:lnTo>
                <a:cubicBezTo>
                  <a:pt x="22267" y="40807"/>
                  <a:pt x="22235" y="40003"/>
                  <a:pt x="22236" y="39187"/>
                </a:cubicBezTo>
                <a:cubicBezTo>
                  <a:pt x="22219" y="39040"/>
                  <a:pt x="22218" y="38893"/>
                  <a:pt x="22218" y="38745"/>
                </a:cubicBezTo>
                <a:lnTo>
                  <a:pt x="22226" y="38447"/>
                </a:lnTo>
                <a:lnTo>
                  <a:pt x="22232" y="38448"/>
                </a:lnTo>
                <a:close/>
                <a:moveTo>
                  <a:pt x="22051" y="38435"/>
                </a:moveTo>
                <a:lnTo>
                  <a:pt x="22052" y="38448"/>
                </a:lnTo>
                <a:lnTo>
                  <a:pt x="22058" y="38447"/>
                </a:lnTo>
                <a:lnTo>
                  <a:pt x="22066" y="38745"/>
                </a:lnTo>
                <a:cubicBezTo>
                  <a:pt x="22066" y="38893"/>
                  <a:pt x="22065" y="39040"/>
                  <a:pt x="22048" y="39187"/>
                </a:cubicBezTo>
                <a:cubicBezTo>
                  <a:pt x="22049" y="40003"/>
                  <a:pt x="22016" y="40807"/>
                  <a:pt x="21950" y="41595"/>
                </a:cubicBezTo>
                <a:lnTo>
                  <a:pt x="21943" y="41769"/>
                </a:lnTo>
                <a:cubicBezTo>
                  <a:pt x="21941" y="41769"/>
                  <a:pt x="21939" y="41769"/>
                  <a:pt x="21936" y="41771"/>
                </a:cubicBezTo>
                <a:cubicBezTo>
                  <a:pt x="21276" y="50959"/>
                  <a:pt x="17586" y="58271"/>
                  <a:pt x="12874" y="59818"/>
                </a:cubicBezTo>
                <a:lnTo>
                  <a:pt x="12873" y="59848"/>
                </a:lnTo>
                <a:cubicBezTo>
                  <a:pt x="12803" y="59874"/>
                  <a:pt x="12733" y="59899"/>
                  <a:pt x="12660" y="59888"/>
                </a:cubicBezTo>
                <a:cubicBezTo>
                  <a:pt x="12251" y="60032"/>
                  <a:pt x="11832" y="60110"/>
                  <a:pt x="11407" y="60124"/>
                </a:cubicBezTo>
                <a:lnTo>
                  <a:pt x="11182" y="60166"/>
                </a:lnTo>
                <a:lnTo>
                  <a:pt x="11182" y="60153"/>
                </a:lnTo>
                <a:lnTo>
                  <a:pt x="11175" y="60154"/>
                </a:lnTo>
                <a:cubicBezTo>
                  <a:pt x="11168" y="60055"/>
                  <a:pt x="11167" y="59956"/>
                  <a:pt x="11167" y="59856"/>
                </a:cubicBezTo>
                <a:cubicBezTo>
                  <a:pt x="11167" y="59708"/>
                  <a:pt x="11168" y="59561"/>
                  <a:pt x="11185" y="59414"/>
                </a:cubicBezTo>
                <a:cubicBezTo>
                  <a:pt x="11185" y="58598"/>
                  <a:pt x="11217" y="57794"/>
                  <a:pt x="11283" y="57006"/>
                </a:cubicBezTo>
                <a:lnTo>
                  <a:pt x="11291" y="56832"/>
                </a:lnTo>
                <a:cubicBezTo>
                  <a:pt x="11293" y="56832"/>
                  <a:pt x="11295" y="56832"/>
                  <a:pt x="11297" y="56831"/>
                </a:cubicBezTo>
                <a:cubicBezTo>
                  <a:pt x="11957" y="47642"/>
                  <a:pt x="15647" y="40330"/>
                  <a:pt x="20359" y="38783"/>
                </a:cubicBezTo>
                <a:lnTo>
                  <a:pt x="20361" y="38753"/>
                </a:lnTo>
                <a:cubicBezTo>
                  <a:pt x="20430" y="38727"/>
                  <a:pt x="20500" y="38702"/>
                  <a:pt x="20574" y="38713"/>
                </a:cubicBezTo>
                <a:cubicBezTo>
                  <a:pt x="20983" y="38569"/>
                  <a:pt x="21402" y="38491"/>
                  <a:pt x="21827" y="38477"/>
                </a:cubicBezTo>
                <a:close/>
                <a:moveTo>
                  <a:pt x="14" y="38435"/>
                </a:moveTo>
                <a:lnTo>
                  <a:pt x="239" y="38477"/>
                </a:lnTo>
                <a:cubicBezTo>
                  <a:pt x="664" y="38491"/>
                  <a:pt x="1083" y="38569"/>
                  <a:pt x="1492" y="38713"/>
                </a:cubicBezTo>
                <a:cubicBezTo>
                  <a:pt x="1565" y="38702"/>
                  <a:pt x="1635" y="38727"/>
                  <a:pt x="1705" y="38753"/>
                </a:cubicBezTo>
                <a:lnTo>
                  <a:pt x="1706" y="38783"/>
                </a:lnTo>
                <a:cubicBezTo>
                  <a:pt x="6418" y="40330"/>
                  <a:pt x="10108" y="47642"/>
                  <a:pt x="10768" y="56831"/>
                </a:cubicBezTo>
                <a:cubicBezTo>
                  <a:pt x="10771" y="56832"/>
                  <a:pt x="10773" y="56832"/>
                  <a:pt x="10775" y="56832"/>
                </a:cubicBezTo>
                <a:lnTo>
                  <a:pt x="10782" y="57006"/>
                </a:lnTo>
                <a:cubicBezTo>
                  <a:pt x="10849" y="57794"/>
                  <a:pt x="10881" y="58598"/>
                  <a:pt x="10880" y="59414"/>
                </a:cubicBezTo>
                <a:cubicBezTo>
                  <a:pt x="10897" y="59561"/>
                  <a:pt x="10898" y="59708"/>
                  <a:pt x="10898" y="59856"/>
                </a:cubicBezTo>
                <a:cubicBezTo>
                  <a:pt x="10898" y="59956"/>
                  <a:pt x="10898" y="60055"/>
                  <a:pt x="10890" y="60154"/>
                </a:cubicBezTo>
                <a:lnTo>
                  <a:pt x="10884" y="60153"/>
                </a:lnTo>
                <a:lnTo>
                  <a:pt x="10883" y="60166"/>
                </a:lnTo>
                <a:lnTo>
                  <a:pt x="10659" y="60124"/>
                </a:lnTo>
                <a:cubicBezTo>
                  <a:pt x="10234" y="60110"/>
                  <a:pt x="9815" y="60032"/>
                  <a:pt x="9406" y="59888"/>
                </a:cubicBezTo>
                <a:cubicBezTo>
                  <a:pt x="9332" y="59899"/>
                  <a:pt x="9263" y="59874"/>
                  <a:pt x="9193" y="59848"/>
                </a:cubicBezTo>
                <a:lnTo>
                  <a:pt x="9191" y="59818"/>
                </a:lnTo>
                <a:cubicBezTo>
                  <a:pt x="4479" y="58271"/>
                  <a:pt x="789" y="50959"/>
                  <a:pt x="129" y="41771"/>
                </a:cubicBezTo>
                <a:cubicBezTo>
                  <a:pt x="127" y="41769"/>
                  <a:pt x="125" y="41769"/>
                  <a:pt x="123" y="41769"/>
                </a:cubicBezTo>
                <a:lnTo>
                  <a:pt x="116" y="41595"/>
                </a:lnTo>
                <a:cubicBezTo>
                  <a:pt x="49" y="40807"/>
                  <a:pt x="17" y="40003"/>
                  <a:pt x="17" y="39187"/>
                </a:cubicBezTo>
                <a:cubicBezTo>
                  <a:pt x="0" y="39040"/>
                  <a:pt x="0" y="38893"/>
                  <a:pt x="0" y="38745"/>
                </a:cubicBezTo>
                <a:lnTo>
                  <a:pt x="7" y="38447"/>
                </a:lnTo>
                <a:lnTo>
                  <a:pt x="14" y="38448"/>
                </a:lnTo>
                <a:close/>
                <a:moveTo>
                  <a:pt x="101923" y="19700"/>
                </a:moveTo>
                <a:cubicBezTo>
                  <a:pt x="102623" y="26811"/>
                  <a:pt x="105443" y="32448"/>
                  <a:pt x="109057" y="34001"/>
                </a:cubicBezTo>
                <a:cubicBezTo>
                  <a:pt x="108357" y="26890"/>
                  <a:pt x="105536" y="21253"/>
                  <a:pt x="101923" y="19700"/>
                </a:cubicBezTo>
                <a:close/>
                <a:moveTo>
                  <a:pt x="97889" y="19700"/>
                </a:moveTo>
                <a:cubicBezTo>
                  <a:pt x="94275" y="21253"/>
                  <a:pt x="91455" y="26890"/>
                  <a:pt x="90755" y="34001"/>
                </a:cubicBezTo>
                <a:cubicBezTo>
                  <a:pt x="94368" y="32448"/>
                  <a:pt x="97189" y="26811"/>
                  <a:pt x="97889" y="19700"/>
                </a:cubicBezTo>
                <a:close/>
                <a:moveTo>
                  <a:pt x="79705" y="19700"/>
                </a:moveTo>
                <a:cubicBezTo>
                  <a:pt x="80404" y="26811"/>
                  <a:pt x="83225" y="32448"/>
                  <a:pt x="86839" y="34001"/>
                </a:cubicBezTo>
                <a:cubicBezTo>
                  <a:pt x="86139" y="26890"/>
                  <a:pt x="83318" y="21253"/>
                  <a:pt x="79705" y="19700"/>
                </a:cubicBezTo>
                <a:close/>
                <a:moveTo>
                  <a:pt x="75671" y="19700"/>
                </a:moveTo>
                <a:cubicBezTo>
                  <a:pt x="72057" y="21253"/>
                  <a:pt x="69236" y="26890"/>
                  <a:pt x="68537" y="34001"/>
                </a:cubicBezTo>
                <a:cubicBezTo>
                  <a:pt x="72150" y="32448"/>
                  <a:pt x="74971" y="26811"/>
                  <a:pt x="75671" y="19700"/>
                </a:cubicBezTo>
                <a:close/>
                <a:moveTo>
                  <a:pt x="57486" y="19700"/>
                </a:moveTo>
                <a:cubicBezTo>
                  <a:pt x="58186" y="26811"/>
                  <a:pt x="61007" y="32448"/>
                  <a:pt x="64620" y="34001"/>
                </a:cubicBezTo>
                <a:cubicBezTo>
                  <a:pt x="63921" y="26890"/>
                  <a:pt x="61100" y="21253"/>
                  <a:pt x="57486" y="19700"/>
                </a:cubicBezTo>
                <a:close/>
                <a:moveTo>
                  <a:pt x="53452" y="19700"/>
                </a:moveTo>
                <a:cubicBezTo>
                  <a:pt x="49839" y="21253"/>
                  <a:pt x="47018" y="26890"/>
                  <a:pt x="46318" y="34001"/>
                </a:cubicBezTo>
                <a:cubicBezTo>
                  <a:pt x="49932" y="32448"/>
                  <a:pt x="52753" y="26811"/>
                  <a:pt x="53452" y="19700"/>
                </a:cubicBezTo>
                <a:close/>
                <a:moveTo>
                  <a:pt x="35268" y="19700"/>
                </a:moveTo>
                <a:cubicBezTo>
                  <a:pt x="35968" y="26811"/>
                  <a:pt x="38789" y="32448"/>
                  <a:pt x="42402" y="34001"/>
                </a:cubicBezTo>
                <a:cubicBezTo>
                  <a:pt x="41702" y="26890"/>
                  <a:pt x="38882" y="21253"/>
                  <a:pt x="35268" y="19700"/>
                </a:cubicBezTo>
                <a:close/>
                <a:moveTo>
                  <a:pt x="31234" y="19700"/>
                </a:moveTo>
                <a:cubicBezTo>
                  <a:pt x="27621" y="21253"/>
                  <a:pt x="24800" y="26890"/>
                  <a:pt x="24100" y="34001"/>
                </a:cubicBezTo>
                <a:cubicBezTo>
                  <a:pt x="27714" y="32448"/>
                  <a:pt x="30534" y="26811"/>
                  <a:pt x="31234" y="19700"/>
                </a:cubicBezTo>
                <a:close/>
                <a:moveTo>
                  <a:pt x="13050" y="19700"/>
                </a:moveTo>
                <a:cubicBezTo>
                  <a:pt x="13749" y="26811"/>
                  <a:pt x="16570" y="32448"/>
                  <a:pt x="20184" y="34001"/>
                </a:cubicBezTo>
                <a:cubicBezTo>
                  <a:pt x="19484" y="26890"/>
                  <a:pt x="16663" y="21253"/>
                  <a:pt x="13050" y="19700"/>
                </a:cubicBezTo>
                <a:close/>
                <a:moveTo>
                  <a:pt x="9016" y="19700"/>
                </a:moveTo>
                <a:cubicBezTo>
                  <a:pt x="5402" y="21253"/>
                  <a:pt x="2581" y="26890"/>
                  <a:pt x="1882" y="34001"/>
                </a:cubicBezTo>
                <a:cubicBezTo>
                  <a:pt x="5495" y="32448"/>
                  <a:pt x="8316" y="26811"/>
                  <a:pt x="9016" y="19700"/>
                </a:cubicBezTo>
                <a:close/>
                <a:moveTo>
                  <a:pt x="120000" y="16390"/>
                </a:moveTo>
                <a:lnTo>
                  <a:pt x="120000" y="19763"/>
                </a:lnTo>
                <a:lnTo>
                  <a:pt x="118792" y="20469"/>
                </a:lnTo>
                <a:cubicBezTo>
                  <a:pt x="115822" y="22685"/>
                  <a:pt x="113585" y="27779"/>
                  <a:pt x="112973" y="34001"/>
                </a:cubicBezTo>
                <a:cubicBezTo>
                  <a:pt x="116135" y="32642"/>
                  <a:pt x="118690" y="28156"/>
                  <a:pt x="119748" y="22293"/>
                </a:cubicBezTo>
                <a:lnTo>
                  <a:pt x="120000" y="20477"/>
                </a:lnTo>
                <a:lnTo>
                  <a:pt x="120000" y="28497"/>
                </a:lnTo>
                <a:lnTo>
                  <a:pt x="119945" y="28675"/>
                </a:lnTo>
                <a:cubicBezTo>
                  <a:pt x="118288" y="33233"/>
                  <a:pt x="115743" y="36477"/>
                  <a:pt x="112798" y="37451"/>
                </a:cubicBezTo>
                <a:lnTo>
                  <a:pt x="112796" y="37481"/>
                </a:lnTo>
                <a:cubicBezTo>
                  <a:pt x="112726" y="37508"/>
                  <a:pt x="112657" y="37533"/>
                  <a:pt x="112583" y="37522"/>
                </a:cubicBezTo>
                <a:cubicBezTo>
                  <a:pt x="112174" y="37667"/>
                  <a:pt x="111755" y="37746"/>
                  <a:pt x="111330" y="37759"/>
                </a:cubicBezTo>
                <a:lnTo>
                  <a:pt x="111106" y="37802"/>
                </a:lnTo>
                <a:lnTo>
                  <a:pt x="111105" y="37789"/>
                </a:lnTo>
                <a:lnTo>
                  <a:pt x="111099" y="37790"/>
                </a:lnTo>
                <a:cubicBezTo>
                  <a:pt x="111091" y="37690"/>
                  <a:pt x="111091" y="37590"/>
                  <a:pt x="111091" y="37490"/>
                </a:cubicBezTo>
                <a:cubicBezTo>
                  <a:pt x="111091" y="37341"/>
                  <a:pt x="111092" y="37192"/>
                  <a:pt x="111109" y="37044"/>
                </a:cubicBezTo>
                <a:cubicBezTo>
                  <a:pt x="111108" y="36222"/>
                  <a:pt x="111140" y="35411"/>
                  <a:pt x="111207" y="34617"/>
                </a:cubicBezTo>
                <a:lnTo>
                  <a:pt x="111214" y="34442"/>
                </a:lnTo>
                <a:cubicBezTo>
                  <a:pt x="111216" y="34442"/>
                  <a:pt x="111218" y="34441"/>
                  <a:pt x="111221" y="34440"/>
                </a:cubicBezTo>
                <a:cubicBezTo>
                  <a:pt x="111798" y="26336"/>
                  <a:pt x="114696" y="19681"/>
                  <a:pt x="118568" y="17099"/>
                </a:cubicBezTo>
                <a:close/>
                <a:moveTo>
                  <a:pt x="100055" y="15899"/>
                </a:moveTo>
                <a:lnTo>
                  <a:pt x="100280" y="15942"/>
                </a:lnTo>
                <a:cubicBezTo>
                  <a:pt x="100705" y="15955"/>
                  <a:pt x="101124" y="16034"/>
                  <a:pt x="101533" y="16179"/>
                </a:cubicBezTo>
                <a:cubicBezTo>
                  <a:pt x="101606" y="16168"/>
                  <a:pt x="101676" y="16193"/>
                  <a:pt x="101746" y="16220"/>
                </a:cubicBezTo>
                <a:lnTo>
                  <a:pt x="101747" y="16250"/>
                </a:lnTo>
                <a:cubicBezTo>
                  <a:pt x="106459" y="17809"/>
                  <a:pt x="110149" y="25178"/>
                  <a:pt x="110809" y="34440"/>
                </a:cubicBezTo>
                <a:cubicBezTo>
                  <a:pt x="110812" y="34441"/>
                  <a:pt x="110814" y="34442"/>
                  <a:pt x="110816" y="34442"/>
                </a:cubicBezTo>
                <a:lnTo>
                  <a:pt x="110823" y="34617"/>
                </a:lnTo>
                <a:cubicBezTo>
                  <a:pt x="110890" y="35411"/>
                  <a:pt x="110922" y="36222"/>
                  <a:pt x="110921" y="37044"/>
                </a:cubicBezTo>
                <a:cubicBezTo>
                  <a:pt x="110938" y="37192"/>
                  <a:pt x="110939" y="37341"/>
                  <a:pt x="110939" y="37490"/>
                </a:cubicBezTo>
                <a:cubicBezTo>
                  <a:pt x="110939" y="37590"/>
                  <a:pt x="110939" y="37690"/>
                  <a:pt x="110931" y="37790"/>
                </a:cubicBezTo>
                <a:lnTo>
                  <a:pt x="110925" y="37789"/>
                </a:lnTo>
                <a:lnTo>
                  <a:pt x="110925" y="37802"/>
                </a:lnTo>
                <a:lnTo>
                  <a:pt x="110700" y="37759"/>
                </a:lnTo>
                <a:cubicBezTo>
                  <a:pt x="110275" y="37746"/>
                  <a:pt x="109856" y="37667"/>
                  <a:pt x="109447" y="37522"/>
                </a:cubicBezTo>
                <a:cubicBezTo>
                  <a:pt x="109374" y="37533"/>
                  <a:pt x="109304" y="37508"/>
                  <a:pt x="109234" y="37481"/>
                </a:cubicBezTo>
                <a:lnTo>
                  <a:pt x="109232" y="37451"/>
                </a:lnTo>
                <a:cubicBezTo>
                  <a:pt x="104521" y="35892"/>
                  <a:pt x="100830" y="28522"/>
                  <a:pt x="100170" y="19261"/>
                </a:cubicBezTo>
                <a:cubicBezTo>
                  <a:pt x="100168" y="19260"/>
                  <a:pt x="100166" y="19259"/>
                  <a:pt x="100164" y="19259"/>
                </a:cubicBezTo>
                <a:lnTo>
                  <a:pt x="100157" y="19084"/>
                </a:lnTo>
                <a:cubicBezTo>
                  <a:pt x="100090" y="18290"/>
                  <a:pt x="100058" y="17479"/>
                  <a:pt x="100059" y="16657"/>
                </a:cubicBezTo>
                <a:cubicBezTo>
                  <a:pt x="100041" y="16509"/>
                  <a:pt x="100041" y="16360"/>
                  <a:pt x="100041" y="16211"/>
                </a:cubicBezTo>
                <a:lnTo>
                  <a:pt x="100048" y="15911"/>
                </a:lnTo>
                <a:lnTo>
                  <a:pt x="100055" y="15912"/>
                </a:lnTo>
                <a:close/>
                <a:moveTo>
                  <a:pt x="99757" y="15899"/>
                </a:moveTo>
                <a:lnTo>
                  <a:pt x="99757" y="15912"/>
                </a:lnTo>
                <a:lnTo>
                  <a:pt x="99763" y="15911"/>
                </a:lnTo>
                <a:lnTo>
                  <a:pt x="99771" y="16211"/>
                </a:lnTo>
                <a:cubicBezTo>
                  <a:pt x="99771" y="16360"/>
                  <a:pt x="99770" y="16509"/>
                  <a:pt x="99753" y="16657"/>
                </a:cubicBezTo>
                <a:cubicBezTo>
                  <a:pt x="99754" y="17479"/>
                  <a:pt x="99722" y="18290"/>
                  <a:pt x="99655" y="19084"/>
                </a:cubicBezTo>
                <a:lnTo>
                  <a:pt x="99648" y="19259"/>
                </a:lnTo>
                <a:cubicBezTo>
                  <a:pt x="99646" y="19259"/>
                  <a:pt x="99644" y="19260"/>
                  <a:pt x="99641" y="19261"/>
                </a:cubicBezTo>
                <a:cubicBezTo>
                  <a:pt x="98981" y="28522"/>
                  <a:pt x="95291" y="35892"/>
                  <a:pt x="90579" y="37451"/>
                </a:cubicBezTo>
                <a:lnTo>
                  <a:pt x="90578" y="37481"/>
                </a:lnTo>
                <a:cubicBezTo>
                  <a:pt x="90508" y="37508"/>
                  <a:pt x="90438" y="37533"/>
                  <a:pt x="90365" y="37522"/>
                </a:cubicBezTo>
                <a:cubicBezTo>
                  <a:pt x="89956" y="37667"/>
                  <a:pt x="89537" y="37746"/>
                  <a:pt x="89112" y="37759"/>
                </a:cubicBezTo>
                <a:lnTo>
                  <a:pt x="88887" y="37802"/>
                </a:lnTo>
                <a:lnTo>
                  <a:pt x="88887" y="37789"/>
                </a:lnTo>
                <a:lnTo>
                  <a:pt x="88880" y="37790"/>
                </a:lnTo>
                <a:cubicBezTo>
                  <a:pt x="88873" y="37690"/>
                  <a:pt x="88873" y="37590"/>
                  <a:pt x="88873" y="37490"/>
                </a:cubicBezTo>
                <a:cubicBezTo>
                  <a:pt x="88873" y="37341"/>
                  <a:pt x="88873" y="37192"/>
                  <a:pt x="88891" y="37044"/>
                </a:cubicBezTo>
                <a:cubicBezTo>
                  <a:pt x="88890" y="36222"/>
                  <a:pt x="88922" y="35411"/>
                  <a:pt x="88989" y="34617"/>
                </a:cubicBezTo>
                <a:lnTo>
                  <a:pt x="88996" y="34442"/>
                </a:lnTo>
                <a:cubicBezTo>
                  <a:pt x="88998" y="34442"/>
                  <a:pt x="89000" y="34441"/>
                  <a:pt x="89002" y="34440"/>
                </a:cubicBezTo>
                <a:cubicBezTo>
                  <a:pt x="89662" y="25178"/>
                  <a:pt x="93353" y="17809"/>
                  <a:pt x="98064" y="16250"/>
                </a:cubicBezTo>
                <a:lnTo>
                  <a:pt x="98066" y="16220"/>
                </a:lnTo>
                <a:cubicBezTo>
                  <a:pt x="98136" y="16193"/>
                  <a:pt x="98206" y="16168"/>
                  <a:pt x="98279" y="16179"/>
                </a:cubicBezTo>
                <a:cubicBezTo>
                  <a:pt x="98688" y="16034"/>
                  <a:pt x="99107" y="15955"/>
                  <a:pt x="99532" y="15942"/>
                </a:cubicBezTo>
                <a:close/>
                <a:moveTo>
                  <a:pt x="77837" y="15899"/>
                </a:moveTo>
                <a:lnTo>
                  <a:pt x="78061" y="15942"/>
                </a:lnTo>
                <a:cubicBezTo>
                  <a:pt x="78487" y="15955"/>
                  <a:pt x="78905" y="16034"/>
                  <a:pt x="79315" y="16179"/>
                </a:cubicBezTo>
                <a:cubicBezTo>
                  <a:pt x="79388" y="16168"/>
                  <a:pt x="79458" y="16193"/>
                  <a:pt x="79528" y="16220"/>
                </a:cubicBezTo>
                <a:lnTo>
                  <a:pt x="79529" y="16250"/>
                </a:lnTo>
                <a:cubicBezTo>
                  <a:pt x="84241" y="17809"/>
                  <a:pt x="87931" y="25178"/>
                  <a:pt x="88591" y="34440"/>
                </a:cubicBezTo>
                <a:cubicBezTo>
                  <a:pt x="88593" y="34441"/>
                  <a:pt x="88596" y="34442"/>
                  <a:pt x="88598" y="34442"/>
                </a:cubicBezTo>
                <a:lnTo>
                  <a:pt x="88605" y="34617"/>
                </a:lnTo>
                <a:cubicBezTo>
                  <a:pt x="88671" y="35411"/>
                  <a:pt x="88704" y="36222"/>
                  <a:pt x="88703" y="37044"/>
                </a:cubicBezTo>
                <a:cubicBezTo>
                  <a:pt x="88720" y="37192"/>
                  <a:pt x="88721" y="37341"/>
                  <a:pt x="88721" y="37490"/>
                </a:cubicBezTo>
                <a:cubicBezTo>
                  <a:pt x="88721" y="37590"/>
                  <a:pt x="88721" y="37690"/>
                  <a:pt x="88713" y="37790"/>
                </a:cubicBezTo>
                <a:lnTo>
                  <a:pt x="88707" y="37789"/>
                </a:lnTo>
                <a:lnTo>
                  <a:pt x="88706" y="37802"/>
                </a:lnTo>
                <a:lnTo>
                  <a:pt x="88482" y="37759"/>
                </a:lnTo>
                <a:cubicBezTo>
                  <a:pt x="88056" y="37746"/>
                  <a:pt x="87638" y="37667"/>
                  <a:pt x="87229" y="37522"/>
                </a:cubicBezTo>
                <a:cubicBezTo>
                  <a:pt x="87155" y="37533"/>
                  <a:pt x="87085" y="37508"/>
                  <a:pt x="87016" y="37481"/>
                </a:cubicBezTo>
                <a:lnTo>
                  <a:pt x="87014" y="37451"/>
                </a:lnTo>
                <a:cubicBezTo>
                  <a:pt x="82302" y="35892"/>
                  <a:pt x="78612" y="28522"/>
                  <a:pt x="77952" y="19261"/>
                </a:cubicBezTo>
                <a:cubicBezTo>
                  <a:pt x="77950" y="19260"/>
                  <a:pt x="77948" y="19259"/>
                  <a:pt x="77945" y="19259"/>
                </a:cubicBezTo>
                <a:lnTo>
                  <a:pt x="77938" y="19084"/>
                </a:lnTo>
                <a:cubicBezTo>
                  <a:pt x="77872" y="18290"/>
                  <a:pt x="77840" y="17479"/>
                  <a:pt x="77840" y="16657"/>
                </a:cubicBezTo>
                <a:cubicBezTo>
                  <a:pt x="77823" y="16509"/>
                  <a:pt x="77822" y="16360"/>
                  <a:pt x="77822" y="16211"/>
                </a:cubicBezTo>
                <a:lnTo>
                  <a:pt x="77830" y="15911"/>
                </a:lnTo>
                <a:lnTo>
                  <a:pt x="77837" y="15912"/>
                </a:lnTo>
                <a:close/>
                <a:moveTo>
                  <a:pt x="77538" y="15899"/>
                </a:moveTo>
                <a:lnTo>
                  <a:pt x="77539" y="15912"/>
                </a:lnTo>
                <a:lnTo>
                  <a:pt x="77545" y="15911"/>
                </a:lnTo>
                <a:lnTo>
                  <a:pt x="77553" y="16211"/>
                </a:lnTo>
                <a:cubicBezTo>
                  <a:pt x="77553" y="16360"/>
                  <a:pt x="77552" y="16509"/>
                  <a:pt x="77535" y="16657"/>
                </a:cubicBezTo>
                <a:cubicBezTo>
                  <a:pt x="77536" y="17479"/>
                  <a:pt x="77503" y="18290"/>
                  <a:pt x="77437" y="19084"/>
                </a:cubicBezTo>
                <a:lnTo>
                  <a:pt x="77430" y="19259"/>
                </a:lnTo>
                <a:cubicBezTo>
                  <a:pt x="77428" y="19259"/>
                  <a:pt x="77425" y="19260"/>
                  <a:pt x="77423" y="19261"/>
                </a:cubicBezTo>
                <a:cubicBezTo>
                  <a:pt x="76763" y="28522"/>
                  <a:pt x="73073" y="35892"/>
                  <a:pt x="68361" y="37451"/>
                </a:cubicBezTo>
                <a:lnTo>
                  <a:pt x="68360" y="37481"/>
                </a:lnTo>
                <a:cubicBezTo>
                  <a:pt x="68290" y="37508"/>
                  <a:pt x="68220" y="37533"/>
                  <a:pt x="68147" y="37522"/>
                </a:cubicBezTo>
                <a:cubicBezTo>
                  <a:pt x="67737" y="37667"/>
                  <a:pt x="67319" y="37746"/>
                  <a:pt x="66894" y="37759"/>
                </a:cubicBezTo>
                <a:lnTo>
                  <a:pt x="66669" y="37802"/>
                </a:lnTo>
                <a:lnTo>
                  <a:pt x="66669" y="37789"/>
                </a:lnTo>
                <a:lnTo>
                  <a:pt x="66662" y="37790"/>
                </a:lnTo>
                <a:cubicBezTo>
                  <a:pt x="66655" y="37690"/>
                  <a:pt x="66654" y="37590"/>
                  <a:pt x="66654" y="37490"/>
                </a:cubicBezTo>
                <a:cubicBezTo>
                  <a:pt x="66654" y="37341"/>
                  <a:pt x="66655" y="37192"/>
                  <a:pt x="66672" y="37044"/>
                </a:cubicBezTo>
                <a:cubicBezTo>
                  <a:pt x="66672" y="36222"/>
                  <a:pt x="66704" y="35411"/>
                  <a:pt x="66770" y="34617"/>
                </a:cubicBezTo>
                <a:lnTo>
                  <a:pt x="66777" y="34442"/>
                </a:lnTo>
                <a:cubicBezTo>
                  <a:pt x="66780" y="34442"/>
                  <a:pt x="66782" y="34441"/>
                  <a:pt x="66784" y="34440"/>
                </a:cubicBezTo>
                <a:cubicBezTo>
                  <a:pt x="67444" y="25178"/>
                  <a:pt x="71134" y="17809"/>
                  <a:pt x="75846" y="16250"/>
                </a:cubicBezTo>
                <a:lnTo>
                  <a:pt x="75848" y="16220"/>
                </a:lnTo>
                <a:cubicBezTo>
                  <a:pt x="75917" y="16193"/>
                  <a:pt x="75987" y="16168"/>
                  <a:pt x="76060" y="16179"/>
                </a:cubicBezTo>
                <a:cubicBezTo>
                  <a:pt x="76470" y="16034"/>
                  <a:pt x="76889" y="15955"/>
                  <a:pt x="77314" y="15942"/>
                </a:cubicBezTo>
                <a:close/>
                <a:moveTo>
                  <a:pt x="55619" y="15899"/>
                </a:moveTo>
                <a:lnTo>
                  <a:pt x="55843" y="15942"/>
                </a:lnTo>
                <a:cubicBezTo>
                  <a:pt x="56268" y="15955"/>
                  <a:pt x="56687" y="16034"/>
                  <a:pt x="57097" y="16179"/>
                </a:cubicBezTo>
                <a:cubicBezTo>
                  <a:pt x="57170" y="16168"/>
                  <a:pt x="57240" y="16193"/>
                  <a:pt x="57309" y="16220"/>
                </a:cubicBezTo>
                <a:lnTo>
                  <a:pt x="57311" y="16250"/>
                </a:lnTo>
                <a:cubicBezTo>
                  <a:pt x="62023" y="17809"/>
                  <a:pt x="65713" y="25178"/>
                  <a:pt x="66373" y="34440"/>
                </a:cubicBezTo>
                <a:cubicBezTo>
                  <a:pt x="66375" y="34441"/>
                  <a:pt x="66377" y="34442"/>
                  <a:pt x="66380" y="34442"/>
                </a:cubicBezTo>
                <a:lnTo>
                  <a:pt x="66387" y="34617"/>
                </a:lnTo>
                <a:cubicBezTo>
                  <a:pt x="66453" y="35411"/>
                  <a:pt x="66485" y="36222"/>
                  <a:pt x="66485" y="37044"/>
                </a:cubicBezTo>
                <a:cubicBezTo>
                  <a:pt x="66502" y="37192"/>
                  <a:pt x="66503" y="37341"/>
                  <a:pt x="66503" y="37490"/>
                </a:cubicBezTo>
                <a:cubicBezTo>
                  <a:pt x="66503" y="37590"/>
                  <a:pt x="66502" y="37690"/>
                  <a:pt x="66495" y="37790"/>
                </a:cubicBezTo>
                <a:lnTo>
                  <a:pt x="66488" y="37789"/>
                </a:lnTo>
                <a:lnTo>
                  <a:pt x="66488" y="37802"/>
                </a:lnTo>
                <a:lnTo>
                  <a:pt x="66263" y="37759"/>
                </a:lnTo>
                <a:cubicBezTo>
                  <a:pt x="65838" y="37746"/>
                  <a:pt x="65420" y="37667"/>
                  <a:pt x="65010" y="37522"/>
                </a:cubicBezTo>
                <a:cubicBezTo>
                  <a:pt x="64937" y="37533"/>
                  <a:pt x="64867" y="37508"/>
                  <a:pt x="64797" y="37481"/>
                </a:cubicBezTo>
                <a:lnTo>
                  <a:pt x="64796" y="37451"/>
                </a:lnTo>
                <a:cubicBezTo>
                  <a:pt x="60084" y="35892"/>
                  <a:pt x="56394" y="28522"/>
                  <a:pt x="55734" y="19261"/>
                </a:cubicBezTo>
                <a:cubicBezTo>
                  <a:pt x="55732" y="19260"/>
                  <a:pt x="55729" y="19259"/>
                  <a:pt x="55727" y="19259"/>
                </a:cubicBezTo>
                <a:lnTo>
                  <a:pt x="55720" y="19084"/>
                </a:lnTo>
                <a:cubicBezTo>
                  <a:pt x="55654" y="18290"/>
                  <a:pt x="55621" y="17479"/>
                  <a:pt x="55622" y="16657"/>
                </a:cubicBezTo>
                <a:cubicBezTo>
                  <a:pt x="55605" y="16509"/>
                  <a:pt x="55604" y="16360"/>
                  <a:pt x="55604" y="16211"/>
                </a:cubicBezTo>
                <a:lnTo>
                  <a:pt x="55612" y="15911"/>
                </a:lnTo>
                <a:lnTo>
                  <a:pt x="55618" y="15912"/>
                </a:lnTo>
                <a:close/>
                <a:moveTo>
                  <a:pt x="55320" y="15899"/>
                </a:moveTo>
                <a:lnTo>
                  <a:pt x="55320" y="15912"/>
                </a:lnTo>
                <a:lnTo>
                  <a:pt x="55327" y="15911"/>
                </a:lnTo>
                <a:lnTo>
                  <a:pt x="55335" y="16211"/>
                </a:lnTo>
                <a:cubicBezTo>
                  <a:pt x="55335" y="16360"/>
                  <a:pt x="55334" y="16509"/>
                  <a:pt x="55317" y="16657"/>
                </a:cubicBezTo>
                <a:cubicBezTo>
                  <a:pt x="55317" y="17479"/>
                  <a:pt x="55285" y="18290"/>
                  <a:pt x="55219" y="19084"/>
                </a:cubicBezTo>
                <a:lnTo>
                  <a:pt x="55212" y="19259"/>
                </a:lnTo>
                <a:cubicBezTo>
                  <a:pt x="55209" y="19259"/>
                  <a:pt x="55207" y="19260"/>
                  <a:pt x="55205" y="19261"/>
                </a:cubicBezTo>
                <a:cubicBezTo>
                  <a:pt x="54545" y="28522"/>
                  <a:pt x="50855" y="35892"/>
                  <a:pt x="46143" y="37451"/>
                </a:cubicBezTo>
                <a:lnTo>
                  <a:pt x="46141" y="37481"/>
                </a:lnTo>
                <a:cubicBezTo>
                  <a:pt x="46072" y="37508"/>
                  <a:pt x="46002" y="37533"/>
                  <a:pt x="45928" y="37522"/>
                </a:cubicBezTo>
                <a:cubicBezTo>
                  <a:pt x="45519" y="37667"/>
                  <a:pt x="45101" y="37746"/>
                  <a:pt x="44675" y="37759"/>
                </a:cubicBezTo>
                <a:lnTo>
                  <a:pt x="44451" y="37802"/>
                </a:lnTo>
                <a:lnTo>
                  <a:pt x="44450" y="37789"/>
                </a:lnTo>
                <a:lnTo>
                  <a:pt x="44444" y="37790"/>
                </a:lnTo>
                <a:cubicBezTo>
                  <a:pt x="44436" y="37690"/>
                  <a:pt x="44436" y="37590"/>
                  <a:pt x="44436" y="37490"/>
                </a:cubicBezTo>
                <a:cubicBezTo>
                  <a:pt x="44436" y="37341"/>
                  <a:pt x="44437" y="37192"/>
                  <a:pt x="44454" y="37044"/>
                </a:cubicBezTo>
                <a:cubicBezTo>
                  <a:pt x="44453" y="36222"/>
                  <a:pt x="44486" y="35411"/>
                  <a:pt x="44552" y="34617"/>
                </a:cubicBezTo>
                <a:lnTo>
                  <a:pt x="44559" y="34442"/>
                </a:lnTo>
                <a:cubicBezTo>
                  <a:pt x="44561" y="34442"/>
                  <a:pt x="44564" y="34441"/>
                  <a:pt x="44566" y="34440"/>
                </a:cubicBezTo>
                <a:cubicBezTo>
                  <a:pt x="45226" y="25178"/>
                  <a:pt x="48916" y="17809"/>
                  <a:pt x="53628" y="16250"/>
                </a:cubicBezTo>
                <a:lnTo>
                  <a:pt x="53629" y="16220"/>
                </a:lnTo>
                <a:cubicBezTo>
                  <a:pt x="53699" y="16193"/>
                  <a:pt x="53769" y="16168"/>
                  <a:pt x="53842" y="16179"/>
                </a:cubicBezTo>
                <a:cubicBezTo>
                  <a:pt x="54252" y="16034"/>
                  <a:pt x="54670" y="15955"/>
                  <a:pt x="55096" y="15942"/>
                </a:cubicBezTo>
                <a:close/>
                <a:moveTo>
                  <a:pt x="33400" y="15899"/>
                </a:moveTo>
                <a:lnTo>
                  <a:pt x="33625" y="15942"/>
                </a:lnTo>
                <a:cubicBezTo>
                  <a:pt x="34050" y="15955"/>
                  <a:pt x="34469" y="16034"/>
                  <a:pt x="34878" y="16179"/>
                </a:cubicBezTo>
                <a:cubicBezTo>
                  <a:pt x="34951" y="16168"/>
                  <a:pt x="35021" y="16193"/>
                  <a:pt x="35091" y="16220"/>
                </a:cubicBezTo>
                <a:lnTo>
                  <a:pt x="35093" y="16250"/>
                </a:lnTo>
                <a:cubicBezTo>
                  <a:pt x="39804" y="17809"/>
                  <a:pt x="43495" y="25178"/>
                  <a:pt x="44155" y="34440"/>
                </a:cubicBezTo>
                <a:cubicBezTo>
                  <a:pt x="44157" y="34441"/>
                  <a:pt x="44159" y="34442"/>
                  <a:pt x="44161" y="34442"/>
                </a:cubicBezTo>
                <a:lnTo>
                  <a:pt x="44168" y="34617"/>
                </a:lnTo>
                <a:cubicBezTo>
                  <a:pt x="44235" y="35411"/>
                  <a:pt x="44267" y="36222"/>
                  <a:pt x="44266" y="37044"/>
                </a:cubicBezTo>
                <a:cubicBezTo>
                  <a:pt x="44284" y="37192"/>
                  <a:pt x="44284" y="37341"/>
                  <a:pt x="44284" y="37490"/>
                </a:cubicBezTo>
                <a:cubicBezTo>
                  <a:pt x="44284" y="37590"/>
                  <a:pt x="44284" y="37690"/>
                  <a:pt x="44277" y="37790"/>
                </a:cubicBezTo>
                <a:lnTo>
                  <a:pt x="44270" y="37789"/>
                </a:lnTo>
                <a:lnTo>
                  <a:pt x="44270" y="37802"/>
                </a:lnTo>
                <a:lnTo>
                  <a:pt x="44045" y="37759"/>
                </a:lnTo>
                <a:cubicBezTo>
                  <a:pt x="43620" y="37746"/>
                  <a:pt x="43201" y="37667"/>
                  <a:pt x="42792" y="37522"/>
                </a:cubicBezTo>
                <a:cubicBezTo>
                  <a:pt x="42719" y="37533"/>
                  <a:pt x="42649" y="37508"/>
                  <a:pt x="42579" y="37481"/>
                </a:cubicBezTo>
                <a:lnTo>
                  <a:pt x="42578" y="37451"/>
                </a:lnTo>
                <a:cubicBezTo>
                  <a:pt x="37866" y="35892"/>
                  <a:pt x="34176" y="28522"/>
                  <a:pt x="33516" y="19261"/>
                </a:cubicBezTo>
                <a:cubicBezTo>
                  <a:pt x="33513" y="19260"/>
                  <a:pt x="33511" y="19259"/>
                  <a:pt x="33509" y="19259"/>
                </a:cubicBezTo>
                <a:lnTo>
                  <a:pt x="33502" y="19084"/>
                </a:lnTo>
                <a:cubicBezTo>
                  <a:pt x="33435" y="18290"/>
                  <a:pt x="33403" y="17479"/>
                  <a:pt x="33404" y="16657"/>
                </a:cubicBezTo>
                <a:cubicBezTo>
                  <a:pt x="33387" y="16509"/>
                  <a:pt x="33386" y="16360"/>
                  <a:pt x="33386" y="16211"/>
                </a:cubicBezTo>
                <a:lnTo>
                  <a:pt x="33394" y="15911"/>
                </a:lnTo>
                <a:lnTo>
                  <a:pt x="33400" y="15912"/>
                </a:lnTo>
                <a:close/>
                <a:moveTo>
                  <a:pt x="33102" y="15899"/>
                </a:moveTo>
                <a:lnTo>
                  <a:pt x="33102" y="15912"/>
                </a:lnTo>
                <a:lnTo>
                  <a:pt x="33109" y="15911"/>
                </a:lnTo>
                <a:lnTo>
                  <a:pt x="33116" y="16211"/>
                </a:lnTo>
                <a:cubicBezTo>
                  <a:pt x="33116" y="16360"/>
                  <a:pt x="33116" y="16509"/>
                  <a:pt x="33098" y="16657"/>
                </a:cubicBezTo>
                <a:cubicBezTo>
                  <a:pt x="33099" y="17479"/>
                  <a:pt x="33067" y="18290"/>
                  <a:pt x="33000" y="19084"/>
                </a:cubicBezTo>
                <a:lnTo>
                  <a:pt x="32993" y="19259"/>
                </a:lnTo>
                <a:cubicBezTo>
                  <a:pt x="32991" y="19259"/>
                  <a:pt x="32989" y="19260"/>
                  <a:pt x="32987" y="19261"/>
                </a:cubicBezTo>
                <a:cubicBezTo>
                  <a:pt x="32327" y="28522"/>
                  <a:pt x="28636" y="35892"/>
                  <a:pt x="23925" y="37451"/>
                </a:cubicBezTo>
                <a:lnTo>
                  <a:pt x="23923" y="37481"/>
                </a:lnTo>
                <a:cubicBezTo>
                  <a:pt x="23853" y="37508"/>
                  <a:pt x="23783" y="37533"/>
                  <a:pt x="23710" y="37522"/>
                </a:cubicBezTo>
                <a:cubicBezTo>
                  <a:pt x="23301" y="37667"/>
                  <a:pt x="22882" y="37746"/>
                  <a:pt x="22457" y="37759"/>
                </a:cubicBezTo>
                <a:lnTo>
                  <a:pt x="22232" y="37802"/>
                </a:lnTo>
                <a:lnTo>
                  <a:pt x="22232" y="37789"/>
                </a:lnTo>
                <a:lnTo>
                  <a:pt x="22226" y="37790"/>
                </a:lnTo>
                <a:cubicBezTo>
                  <a:pt x="22218" y="37690"/>
                  <a:pt x="22218" y="37590"/>
                  <a:pt x="22218" y="37490"/>
                </a:cubicBezTo>
                <a:cubicBezTo>
                  <a:pt x="22218" y="37341"/>
                  <a:pt x="22219" y="37192"/>
                  <a:pt x="22236" y="37044"/>
                </a:cubicBezTo>
                <a:cubicBezTo>
                  <a:pt x="22235" y="36222"/>
                  <a:pt x="22267" y="35411"/>
                  <a:pt x="22334" y="34617"/>
                </a:cubicBezTo>
                <a:lnTo>
                  <a:pt x="22341" y="34442"/>
                </a:lnTo>
                <a:cubicBezTo>
                  <a:pt x="22343" y="34442"/>
                  <a:pt x="22345" y="34441"/>
                  <a:pt x="22348" y="34440"/>
                </a:cubicBezTo>
                <a:cubicBezTo>
                  <a:pt x="23008" y="25178"/>
                  <a:pt x="26698" y="17809"/>
                  <a:pt x="31410" y="16250"/>
                </a:cubicBezTo>
                <a:lnTo>
                  <a:pt x="31411" y="16220"/>
                </a:lnTo>
                <a:cubicBezTo>
                  <a:pt x="31481" y="16193"/>
                  <a:pt x="31551" y="16168"/>
                  <a:pt x="31624" y="16179"/>
                </a:cubicBezTo>
                <a:cubicBezTo>
                  <a:pt x="32033" y="16034"/>
                  <a:pt x="32452" y="15955"/>
                  <a:pt x="32877" y="15942"/>
                </a:cubicBezTo>
                <a:close/>
                <a:moveTo>
                  <a:pt x="11182" y="15899"/>
                </a:moveTo>
                <a:lnTo>
                  <a:pt x="11407" y="15942"/>
                </a:lnTo>
                <a:cubicBezTo>
                  <a:pt x="11832" y="15955"/>
                  <a:pt x="12251" y="16034"/>
                  <a:pt x="12660" y="16179"/>
                </a:cubicBezTo>
                <a:cubicBezTo>
                  <a:pt x="12733" y="16168"/>
                  <a:pt x="12803" y="16193"/>
                  <a:pt x="12873" y="16220"/>
                </a:cubicBezTo>
                <a:lnTo>
                  <a:pt x="12874" y="16250"/>
                </a:lnTo>
                <a:cubicBezTo>
                  <a:pt x="17586" y="17809"/>
                  <a:pt x="21276" y="25178"/>
                  <a:pt x="21936" y="34440"/>
                </a:cubicBezTo>
                <a:cubicBezTo>
                  <a:pt x="21939" y="34441"/>
                  <a:pt x="21941" y="34442"/>
                  <a:pt x="21943" y="34442"/>
                </a:cubicBezTo>
                <a:lnTo>
                  <a:pt x="21950" y="34617"/>
                </a:lnTo>
                <a:cubicBezTo>
                  <a:pt x="22017" y="35411"/>
                  <a:pt x="22049" y="36222"/>
                  <a:pt x="22048" y="37044"/>
                </a:cubicBezTo>
                <a:cubicBezTo>
                  <a:pt x="22065" y="37192"/>
                  <a:pt x="22066" y="37341"/>
                  <a:pt x="22066" y="37490"/>
                </a:cubicBezTo>
                <a:cubicBezTo>
                  <a:pt x="22066" y="37590"/>
                  <a:pt x="22066" y="37690"/>
                  <a:pt x="22058" y="37790"/>
                </a:cubicBezTo>
                <a:lnTo>
                  <a:pt x="22052" y="37789"/>
                </a:lnTo>
                <a:lnTo>
                  <a:pt x="22051" y="37802"/>
                </a:lnTo>
                <a:lnTo>
                  <a:pt x="21827" y="37759"/>
                </a:lnTo>
                <a:cubicBezTo>
                  <a:pt x="21402" y="37746"/>
                  <a:pt x="20983" y="37667"/>
                  <a:pt x="20574" y="37522"/>
                </a:cubicBezTo>
                <a:cubicBezTo>
                  <a:pt x="20500" y="37533"/>
                  <a:pt x="20431" y="37508"/>
                  <a:pt x="20361" y="37481"/>
                </a:cubicBezTo>
                <a:lnTo>
                  <a:pt x="20359" y="37451"/>
                </a:lnTo>
                <a:cubicBezTo>
                  <a:pt x="15647" y="35892"/>
                  <a:pt x="11957" y="28522"/>
                  <a:pt x="11297" y="19261"/>
                </a:cubicBezTo>
                <a:cubicBezTo>
                  <a:pt x="11295" y="19260"/>
                  <a:pt x="11293" y="19259"/>
                  <a:pt x="11291" y="19259"/>
                </a:cubicBezTo>
                <a:lnTo>
                  <a:pt x="11284" y="19084"/>
                </a:lnTo>
                <a:cubicBezTo>
                  <a:pt x="11217" y="18290"/>
                  <a:pt x="11185" y="17479"/>
                  <a:pt x="11185" y="16657"/>
                </a:cubicBezTo>
                <a:cubicBezTo>
                  <a:pt x="11168" y="16509"/>
                  <a:pt x="11167" y="16360"/>
                  <a:pt x="11167" y="16211"/>
                </a:cubicBezTo>
                <a:lnTo>
                  <a:pt x="11175" y="15911"/>
                </a:lnTo>
                <a:lnTo>
                  <a:pt x="11182" y="15912"/>
                </a:lnTo>
                <a:close/>
                <a:moveTo>
                  <a:pt x="10883" y="15899"/>
                </a:moveTo>
                <a:lnTo>
                  <a:pt x="10884" y="15912"/>
                </a:lnTo>
                <a:lnTo>
                  <a:pt x="10890" y="15911"/>
                </a:lnTo>
                <a:lnTo>
                  <a:pt x="10898" y="16211"/>
                </a:lnTo>
                <a:cubicBezTo>
                  <a:pt x="10898" y="16360"/>
                  <a:pt x="10897" y="16509"/>
                  <a:pt x="10880" y="16657"/>
                </a:cubicBezTo>
                <a:cubicBezTo>
                  <a:pt x="10881" y="17479"/>
                  <a:pt x="10849" y="18290"/>
                  <a:pt x="10782" y="19084"/>
                </a:cubicBezTo>
                <a:lnTo>
                  <a:pt x="10775" y="19259"/>
                </a:lnTo>
                <a:cubicBezTo>
                  <a:pt x="10773" y="19259"/>
                  <a:pt x="10771" y="19260"/>
                  <a:pt x="10768" y="19261"/>
                </a:cubicBezTo>
                <a:cubicBezTo>
                  <a:pt x="10108" y="28522"/>
                  <a:pt x="6418" y="35892"/>
                  <a:pt x="1706" y="37451"/>
                </a:cubicBezTo>
                <a:lnTo>
                  <a:pt x="1705" y="37481"/>
                </a:lnTo>
                <a:cubicBezTo>
                  <a:pt x="1635" y="37508"/>
                  <a:pt x="1565" y="37533"/>
                  <a:pt x="1492" y="37522"/>
                </a:cubicBezTo>
                <a:cubicBezTo>
                  <a:pt x="1083" y="37667"/>
                  <a:pt x="664" y="37746"/>
                  <a:pt x="239" y="37759"/>
                </a:cubicBezTo>
                <a:lnTo>
                  <a:pt x="14" y="37802"/>
                </a:lnTo>
                <a:lnTo>
                  <a:pt x="14" y="37789"/>
                </a:lnTo>
                <a:lnTo>
                  <a:pt x="7" y="37790"/>
                </a:lnTo>
                <a:cubicBezTo>
                  <a:pt x="0" y="37690"/>
                  <a:pt x="0" y="37590"/>
                  <a:pt x="0" y="37490"/>
                </a:cubicBezTo>
                <a:cubicBezTo>
                  <a:pt x="0" y="37341"/>
                  <a:pt x="0" y="37192"/>
                  <a:pt x="17" y="37044"/>
                </a:cubicBezTo>
                <a:cubicBezTo>
                  <a:pt x="17" y="36222"/>
                  <a:pt x="49" y="35411"/>
                  <a:pt x="116" y="34617"/>
                </a:cubicBezTo>
                <a:lnTo>
                  <a:pt x="123" y="34442"/>
                </a:lnTo>
                <a:cubicBezTo>
                  <a:pt x="125" y="34442"/>
                  <a:pt x="127" y="34441"/>
                  <a:pt x="129" y="34440"/>
                </a:cubicBezTo>
                <a:cubicBezTo>
                  <a:pt x="789" y="25178"/>
                  <a:pt x="4479" y="17809"/>
                  <a:pt x="9191" y="16250"/>
                </a:cubicBezTo>
                <a:lnTo>
                  <a:pt x="9193" y="16220"/>
                </a:lnTo>
                <a:cubicBezTo>
                  <a:pt x="9262" y="16193"/>
                  <a:pt x="9332" y="16168"/>
                  <a:pt x="9406" y="16179"/>
                </a:cubicBezTo>
                <a:cubicBezTo>
                  <a:pt x="9815" y="16034"/>
                  <a:pt x="10234" y="15955"/>
                  <a:pt x="10659" y="15942"/>
                </a:cubicBezTo>
                <a:close/>
                <a:moveTo>
                  <a:pt x="115870" y="0"/>
                </a:moveTo>
                <a:lnTo>
                  <a:pt x="118610" y="0"/>
                </a:lnTo>
                <a:cubicBezTo>
                  <a:pt x="119042" y="798"/>
                  <a:pt x="119440" y="1665"/>
                  <a:pt x="119799" y="2592"/>
                </a:cubicBezTo>
                <a:lnTo>
                  <a:pt x="120000" y="3212"/>
                </a:lnTo>
                <a:lnTo>
                  <a:pt x="120000" y="11174"/>
                </a:lnTo>
                <a:lnTo>
                  <a:pt x="119541" y="8253"/>
                </a:lnTo>
                <a:cubicBezTo>
                  <a:pt x="118788" y="4816"/>
                  <a:pt x="117499" y="1929"/>
                  <a:pt x="115870" y="0"/>
                </a:cubicBezTo>
                <a:close/>
                <a:moveTo>
                  <a:pt x="111539" y="0"/>
                </a:moveTo>
                <a:lnTo>
                  <a:pt x="113299" y="0"/>
                </a:lnTo>
                <a:cubicBezTo>
                  <a:pt x="114193" y="5196"/>
                  <a:pt x="116282" y="9333"/>
                  <a:pt x="118936" y="11200"/>
                </a:cubicBezTo>
                <a:lnTo>
                  <a:pt x="120000" y="11798"/>
                </a:lnTo>
                <a:lnTo>
                  <a:pt x="120000" y="15147"/>
                </a:lnTo>
                <a:lnTo>
                  <a:pt x="118739" y="14549"/>
                </a:lnTo>
                <a:cubicBezTo>
                  <a:pt x="115241" y="12359"/>
                  <a:pt x="112513" y="6885"/>
                  <a:pt x="111539" y="0"/>
                </a:cubicBezTo>
                <a:close/>
                <a:moveTo>
                  <a:pt x="103420" y="0"/>
                </a:moveTo>
                <a:lnTo>
                  <a:pt x="106161" y="0"/>
                </a:lnTo>
                <a:cubicBezTo>
                  <a:pt x="103988" y="2572"/>
                  <a:pt x="102420" y="6846"/>
                  <a:pt x="101923" y="11859"/>
                </a:cubicBezTo>
                <a:cubicBezTo>
                  <a:pt x="105127" y="10493"/>
                  <a:pt x="107709" y="5939"/>
                  <a:pt x="108732" y="0"/>
                </a:cubicBezTo>
                <a:lnTo>
                  <a:pt x="110491" y="0"/>
                </a:lnTo>
                <a:cubicBezTo>
                  <a:pt x="109378" y="7869"/>
                  <a:pt x="105974" y="13894"/>
                  <a:pt x="101747" y="15282"/>
                </a:cubicBezTo>
                <a:lnTo>
                  <a:pt x="101746" y="15312"/>
                </a:lnTo>
                <a:cubicBezTo>
                  <a:pt x="101676" y="15338"/>
                  <a:pt x="101606" y="15363"/>
                  <a:pt x="101533" y="15352"/>
                </a:cubicBezTo>
                <a:cubicBezTo>
                  <a:pt x="101124" y="15496"/>
                  <a:pt x="100705" y="15574"/>
                  <a:pt x="100280" y="15588"/>
                </a:cubicBezTo>
                <a:lnTo>
                  <a:pt x="100055" y="15630"/>
                </a:lnTo>
                <a:lnTo>
                  <a:pt x="100055" y="15617"/>
                </a:lnTo>
                <a:lnTo>
                  <a:pt x="100048" y="15618"/>
                </a:lnTo>
                <a:cubicBezTo>
                  <a:pt x="100041" y="15519"/>
                  <a:pt x="100041" y="15420"/>
                  <a:pt x="100041" y="15320"/>
                </a:cubicBezTo>
                <a:cubicBezTo>
                  <a:pt x="100041" y="15172"/>
                  <a:pt x="100041" y="15025"/>
                  <a:pt x="100059" y="14878"/>
                </a:cubicBezTo>
                <a:cubicBezTo>
                  <a:pt x="100058" y="14062"/>
                  <a:pt x="100090" y="13258"/>
                  <a:pt x="100157" y="12470"/>
                </a:cubicBezTo>
                <a:lnTo>
                  <a:pt x="100164" y="12296"/>
                </a:lnTo>
                <a:cubicBezTo>
                  <a:pt x="100166" y="12296"/>
                  <a:pt x="100168" y="12296"/>
                  <a:pt x="100170" y="12294"/>
                </a:cubicBezTo>
                <a:cubicBezTo>
                  <a:pt x="100516" y="7487"/>
                  <a:pt x="101690" y="3194"/>
                  <a:pt x="103420" y="0"/>
                </a:cubicBezTo>
                <a:close/>
                <a:moveTo>
                  <a:pt x="89321" y="0"/>
                </a:moveTo>
                <a:lnTo>
                  <a:pt x="91080" y="0"/>
                </a:lnTo>
                <a:cubicBezTo>
                  <a:pt x="92103" y="5939"/>
                  <a:pt x="94684" y="10493"/>
                  <a:pt x="97889" y="11859"/>
                </a:cubicBezTo>
                <a:cubicBezTo>
                  <a:pt x="97392" y="6846"/>
                  <a:pt x="95824" y="2572"/>
                  <a:pt x="93651" y="0"/>
                </a:cubicBezTo>
                <a:lnTo>
                  <a:pt x="96392" y="0"/>
                </a:lnTo>
                <a:cubicBezTo>
                  <a:pt x="98121" y="3194"/>
                  <a:pt x="99296" y="7487"/>
                  <a:pt x="99641" y="12294"/>
                </a:cubicBezTo>
                <a:cubicBezTo>
                  <a:pt x="99644" y="12296"/>
                  <a:pt x="99646" y="12296"/>
                  <a:pt x="99648" y="12296"/>
                </a:cubicBezTo>
                <a:lnTo>
                  <a:pt x="99655" y="12470"/>
                </a:lnTo>
                <a:cubicBezTo>
                  <a:pt x="99722" y="13258"/>
                  <a:pt x="99754" y="14062"/>
                  <a:pt x="99753" y="14878"/>
                </a:cubicBezTo>
                <a:cubicBezTo>
                  <a:pt x="99770" y="15025"/>
                  <a:pt x="99771" y="15172"/>
                  <a:pt x="99771" y="15320"/>
                </a:cubicBezTo>
                <a:cubicBezTo>
                  <a:pt x="99771" y="15420"/>
                  <a:pt x="99771" y="15519"/>
                  <a:pt x="99763" y="15618"/>
                </a:cubicBezTo>
                <a:lnTo>
                  <a:pt x="99757" y="15617"/>
                </a:lnTo>
                <a:lnTo>
                  <a:pt x="99757" y="15630"/>
                </a:lnTo>
                <a:lnTo>
                  <a:pt x="99532" y="15588"/>
                </a:lnTo>
                <a:cubicBezTo>
                  <a:pt x="99107" y="15574"/>
                  <a:pt x="98688" y="15496"/>
                  <a:pt x="98279" y="15352"/>
                </a:cubicBezTo>
                <a:cubicBezTo>
                  <a:pt x="98206" y="15363"/>
                  <a:pt x="98136" y="15338"/>
                  <a:pt x="98066" y="15312"/>
                </a:cubicBezTo>
                <a:lnTo>
                  <a:pt x="98064" y="15282"/>
                </a:lnTo>
                <a:cubicBezTo>
                  <a:pt x="93838" y="13894"/>
                  <a:pt x="90434" y="7869"/>
                  <a:pt x="89321" y="0"/>
                </a:cubicBezTo>
                <a:close/>
                <a:moveTo>
                  <a:pt x="81202" y="0"/>
                </a:moveTo>
                <a:lnTo>
                  <a:pt x="83942" y="0"/>
                </a:lnTo>
                <a:cubicBezTo>
                  <a:pt x="81770" y="2572"/>
                  <a:pt x="80202" y="6846"/>
                  <a:pt x="79705" y="11859"/>
                </a:cubicBezTo>
                <a:cubicBezTo>
                  <a:pt x="82909" y="10493"/>
                  <a:pt x="85490" y="5939"/>
                  <a:pt x="86513" y="0"/>
                </a:cubicBezTo>
                <a:lnTo>
                  <a:pt x="88273" y="0"/>
                </a:lnTo>
                <a:cubicBezTo>
                  <a:pt x="87160" y="7869"/>
                  <a:pt x="83755" y="13894"/>
                  <a:pt x="79529" y="15282"/>
                </a:cubicBezTo>
                <a:lnTo>
                  <a:pt x="79528" y="15312"/>
                </a:lnTo>
                <a:cubicBezTo>
                  <a:pt x="79458" y="15338"/>
                  <a:pt x="79388" y="15363"/>
                  <a:pt x="79315" y="15352"/>
                </a:cubicBezTo>
                <a:cubicBezTo>
                  <a:pt x="78905" y="15496"/>
                  <a:pt x="78487" y="15574"/>
                  <a:pt x="78062" y="15588"/>
                </a:cubicBezTo>
                <a:lnTo>
                  <a:pt x="77837" y="15630"/>
                </a:lnTo>
                <a:lnTo>
                  <a:pt x="77837" y="15617"/>
                </a:lnTo>
                <a:lnTo>
                  <a:pt x="77830" y="15618"/>
                </a:lnTo>
                <a:cubicBezTo>
                  <a:pt x="77823" y="15519"/>
                  <a:pt x="77822" y="15420"/>
                  <a:pt x="77822" y="15320"/>
                </a:cubicBezTo>
                <a:cubicBezTo>
                  <a:pt x="77822" y="15172"/>
                  <a:pt x="77823" y="15025"/>
                  <a:pt x="77840" y="14878"/>
                </a:cubicBezTo>
                <a:cubicBezTo>
                  <a:pt x="77840" y="14062"/>
                  <a:pt x="77872" y="13258"/>
                  <a:pt x="77938" y="12470"/>
                </a:cubicBezTo>
                <a:lnTo>
                  <a:pt x="77945" y="12296"/>
                </a:lnTo>
                <a:cubicBezTo>
                  <a:pt x="77948" y="12296"/>
                  <a:pt x="77950" y="12296"/>
                  <a:pt x="77952" y="12294"/>
                </a:cubicBezTo>
                <a:cubicBezTo>
                  <a:pt x="78297" y="7487"/>
                  <a:pt x="79472" y="3194"/>
                  <a:pt x="81202" y="0"/>
                </a:cubicBezTo>
                <a:close/>
                <a:moveTo>
                  <a:pt x="67102" y="0"/>
                </a:moveTo>
                <a:lnTo>
                  <a:pt x="68862" y="0"/>
                </a:lnTo>
                <a:cubicBezTo>
                  <a:pt x="69885" y="5939"/>
                  <a:pt x="72466" y="10493"/>
                  <a:pt x="75671" y="11859"/>
                </a:cubicBezTo>
                <a:cubicBezTo>
                  <a:pt x="75174" y="6846"/>
                  <a:pt x="73606" y="2572"/>
                  <a:pt x="71433" y="0"/>
                </a:cubicBezTo>
                <a:lnTo>
                  <a:pt x="74173" y="0"/>
                </a:lnTo>
                <a:cubicBezTo>
                  <a:pt x="75903" y="3194"/>
                  <a:pt x="77078" y="7487"/>
                  <a:pt x="77423" y="12294"/>
                </a:cubicBezTo>
                <a:cubicBezTo>
                  <a:pt x="77425" y="12296"/>
                  <a:pt x="77428" y="12296"/>
                  <a:pt x="77430" y="12296"/>
                </a:cubicBezTo>
                <a:lnTo>
                  <a:pt x="77437" y="12470"/>
                </a:lnTo>
                <a:cubicBezTo>
                  <a:pt x="77503" y="13258"/>
                  <a:pt x="77536" y="14062"/>
                  <a:pt x="77535" y="14878"/>
                </a:cubicBezTo>
                <a:cubicBezTo>
                  <a:pt x="77552" y="15025"/>
                  <a:pt x="77553" y="15172"/>
                  <a:pt x="77553" y="15320"/>
                </a:cubicBezTo>
                <a:cubicBezTo>
                  <a:pt x="77553" y="15420"/>
                  <a:pt x="77553" y="15519"/>
                  <a:pt x="77545" y="15618"/>
                </a:cubicBezTo>
                <a:lnTo>
                  <a:pt x="77539" y="15617"/>
                </a:lnTo>
                <a:lnTo>
                  <a:pt x="77538" y="15630"/>
                </a:lnTo>
                <a:lnTo>
                  <a:pt x="77314" y="15588"/>
                </a:lnTo>
                <a:cubicBezTo>
                  <a:pt x="76888" y="15574"/>
                  <a:pt x="76470" y="15496"/>
                  <a:pt x="76061" y="15352"/>
                </a:cubicBezTo>
                <a:cubicBezTo>
                  <a:pt x="75987" y="15363"/>
                  <a:pt x="75917" y="15338"/>
                  <a:pt x="75848" y="15312"/>
                </a:cubicBezTo>
                <a:lnTo>
                  <a:pt x="75846" y="15282"/>
                </a:lnTo>
                <a:cubicBezTo>
                  <a:pt x="71620" y="13894"/>
                  <a:pt x="68216" y="7869"/>
                  <a:pt x="67102" y="0"/>
                </a:cubicBezTo>
                <a:close/>
                <a:moveTo>
                  <a:pt x="58984" y="0"/>
                </a:moveTo>
                <a:lnTo>
                  <a:pt x="61724" y="0"/>
                </a:lnTo>
                <a:cubicBezTo>
                  <a:pt x="59551" y="2572"/>
                  <a:pt x="57983" y="6846"/>
                  <a:pt x="57486" y="11859"/>
                </a:cubicBezTo>
                <a:cubicBezTo>
                  <a:pt x="60691" y="10493"/>
                  <a:pt x="63272" y="5939"/>
                  <a:pt x="64295" y="0"/>
                </a:cubicBezTo>
                <a:lnTo>
                  <a:pt x="66055" y="0"/>
                </a:lnTo>
                <a:cubicBezTo>
                  <a:pt x="64941" y="7869"/>
                  <a:pt x="61537" y="13894"/>
                  <a:pt x="57311" y="15282"/>
                </a:cubicBezTo>
                <a:lnTo>
                  <a:pt x="57309" y="15312"/>
                </a:lnTo>
                <a:cubicBezTo>
                  <a:pt x="57240" y="15338"/>
                  <a:pt x="57170" y="15363"/>
                  <a:pt x="57096" y="15352"/>
                </a:cubicBezTo>
                <a:cubicBezTo>
                  <a:pt x="56687" y="15496"/>
                  <a:pt x="56269" y="15574"/>
                  <a:pt x="55843" y="15588"/>
                </a:cubicBezTo>
                <a:lnTo>
                  <a:pt x="55619" y="15630"/>
                </a:lnTo>
                <a:lnTo>
                  <a:pt x="55618" y="15617"/>
                </a:lnTo>
                <a:lnTo>
                  <a:pt x="55612" y="15618"/>
                </a:lnTo>
                <a:cubicBezTo>
                  <a:pt x="55604" y="15519"/>
                  <a:pt x="55604" y="15420"/>
                  <a:pt x="55604" y="15320"/>
                </a:cubicBezTo>
                <a:cubicBezTo>
                  <a:pt x="55604" y="15172"/>
                  <a:pt x="55605" y="15025"/>
                  <a:pt x="55622" y="14878"/>
                </a:cubicBezTo>
                <a:cubicBezTo>
                  <a:pt x="55621" y="14062"/>
                  <a:pt x="55654" y="13258"/>
                  <a:pt x="55720" y="12470"/>
                </a:cubicBezTo>
                <a:lnTo>
                  <a:pt x="55727" y="12296"/>
                </a:lnTo>
                <a:cubicBezTo>
                  <a:pt x="55729" y="12296"/>
                  <a:pt x="55732" y="12296"/>
                  <a:pt x="55734" y="12294"/>
                </a:cubicBezTo>
                <a:cubicBezTo>
                  <a:pt x="56079" y="7487"/>
                  <a:pt x="57254" y="3194"/>
                  <a:pt x="58984" y="0"/>
                </a:cubicBezTo>
                <a:close/>
                <a:moveTo>
                  <a:pt x="44884" y="0"/>
                </a:moveTo>
                <a:lnTo>
                  <a:pt x="46644" y="0"/>
                </a:lnTo>
                <a:cubicBezTo>
                  <a:pt x="47667" y="5939"/>
                  <a:pt x="50248" y="10493"/>
                  <a:pt x="53452" y="11859"/>
                </a:cubicBezTo>
                <a:cubicBezTo>
                  <a:pt x="52955" y="6846"/>
                  <a:pt x="51387" y="2572"/>
                  <a:pt x="49215" y="0"/>
                </a:cubicBezTo>
                <a:lnTo>
                  <a:pt x="51955" y="0"/>
                </a:lnTo>
                <a:cubicBezTo>
                  <a:pt x="53685" y="3194"/>
                  <a:pt x="54860" y="7487"/>
                  <a:pt x="55205" y="12294"/>
                </a:cubicBezTo>
                <a:cubicBezTo>
                  <a:pt x="55207" y="12296"/>
                  <a:pt x="55209" y="12296"/>
                  <a:pt x="55212" y="12296"/>
                </a:cubicBezTo>
                <a:lnTo>
                  <a:pt x="55219" y="12470"/>
                </a:lnTo>
                <a:cubicBezTo>
                  <a:pt x="55285" y="13258"/>
                  <a:pt x="55317" y="14062"/>
                  <a:pt x="55317" y="14878"/>
                </a:cubicBezTo>
                <a:cubicBezTo>
                  <a:pt x="55334" y="15025"/>
                  <a:pt x="55335" y="15172"/>
                  <a:pt x="55335" y="15320"/>
                </a:cubicBezTo>
                <a:cubicBezTo>
                  <a:pt x="55335" y="15420"/>
                  <a:pt x="55334" y="15519"/>
                  <a:pt x="55327" y="15618"/>
                </a:cubicBezTo>
                <a:lnTo>
                  <a:pt x="55320" y="15617"/>
                </a:lnTo>
                <a:lnTo>
                  <a:pt x="55320" y="15630"/>
                </a:lnTo>
                <a:lnTo>
                  <a:pt x="55095" y="15588"/>
                </a:lnTo>
                <a:cubicBezTo>
                  <a:pt x="54670" y="15574"/>
                  <a:pt x="54252" y="15496"/>
                  <a:pt x="53842" y="15352"/>
                </a:cubicBezTo>
                <a:cubicBezTo>
                  <a:pt x="53769" y="15363"/>
                  <a:pt x="53699" y="15338"/>
                  <a:pt x="53629" y="15312"/>
                </a:cubicBezTo>
                <a:lnTo>
                  <a:pt x="53628" y="15282"/>
                </a:lnTo>
                <a:cubicBezTo>
                  <a:pt x="49402" y="13894"/>
                  <a:pt x="45997" y="7869"/>
                  <a:pt x="44884" y="0"/>
                </a:cubicBezTo>
                <a:close/>
                <a:moveTo>
                  <a:pt x="36765" y="0"/>
                </a:moveTo>
                <a:lnTo>
                  <a:pt x="39506" y="0"/>
                </a:lnTo>
                <a:cubicBezTo>
                  <a:pt x="37333" y="2572"/>
                  <a:pt x="35765" y="6846"/>
                  <a:pt x="35268" y="11859"/>
                </a:cubicBezTo>
                <a:cubicBezTo>
                  <a:pt x="38473" y="10493"/>
                  <a:pt x="41054" y="5939"/>
                  <a:pt x="42077" y="0"/>
                </a:cubicBezTo>
                <a:lnTo>
                  <a:pt x="43836" y="0"/>
                </a:lnTo>
                <a:cubicBezTo>
                  <a:pt x="42723" y="7869"/>
                  <a:pt x="39319" y="13894"/>
                  <a:pt x="35093" y="15282"/>
                </a:cubicBezTo>
                <a:lnTo>
                  <a:pt x="35091" y="15312"/>
                </a:lnTo>
                <a:cubicBezTo>
                  <a:pt x="35021" y="15338"/>
                  <a:pt x="34951" y="15363"/>
                  <a:pt x="34878" y="15352"/>
                </a:cubicBezTo>
                <a:cubicBezTo>
                  <a:pt x="34469" y="15496"/>
                  <a:pt x="34050" y="15574"/>
                  <a:pt x="33625" y="15588"/>
                </a:cubicBezTo>
                <a:lnTo>
                  <a:pt x="33400" y="15630"/>
                </a:lnTo>
                <a:lnTo>
                  <a:pt x="33400" y="15617"/>
                </a:lnTo>
                <a:lnTo>
                  <a:pt x="33394" y="15618"/>
                </a:lnTo>
                <a:cubicBezTo>
                  <a:pt x="33386" y="15519"/>
                  <a:pt x="33386" y="15420"/>
                  <a:pt x="33386" y="15320"/>
                </a:cubicBezTo>
                <a:cubicBezTo>
                  <a:pt x="33386" y="15172"/>
                  <a:pt x="33387" y="15025"/>
                  <a:pt x="33404" y="14878"/>
                </a:cubicBezTo>
                <a:cubicBezTo>
                  <a:pt x="33403" y="14062"/>
                  <a:pt x="33435" y="13258"/>
                  <a:pt x="33502" y="12470"/>
                </a:cubicBezTo>
                <a:lnTo>
                  <a:pt x="33509" y="12296"/>
                </a:lnTo>
                <a:cubicBezTo>
                  <a:pt x="33511" y="12296"/>
                  <a:pt x="33513" y="12296"/>
                  <a:pt x="33515" y="12294"/>
                </a:cubicBezTo>
                <a:cubicBezTo>
                  <a:pt x="33861" y="7487"/>
                  <a:pt x="35035" y="3194"/>
                  <a:pt x="36765" y="0"/>
                </a:cubicBezTo>
                <a:close/>
                <a:moveTo>
                  <a:pt x="22666" y="0"/>
                </a:moveTo>
                <a:lnTo>
                  <a:pt x="24425" y="0"/>
                </a:lnTo>
                <a:cubicBezTo>
                  <a:pt x="25448" y="5939"/>
                  <a:pt x="28030" y="10493"/>
                  <a:pt x="31234" y="11859"/>
                </a:cubicBezTo>
                <a:cubicBezTo>
                  <a:pt x="30737" y="6846"/>
                  <a:pt x="29169" y="2572"/>
                  <a:pt x="26996" y="0"/>
                </a:cubicBezTo>
                <a:lnTo>
                  <a:pt x="29737" y="0"/>
                </a:lnTo>
                <a:cubicBezTo>
                  <a:pt x="31467" y="3194"/>
                  <a:pt x="32641" y="7487"/>
                  <a:pt x="32987" y="12294"/>
                </a:cubicBezTo>
                <a:cubicBezTo>
                  <a:pt x="32989" y="12296"/>
                  <a:pt x="32991" y="12296"/>
                  <a:pt x="32993" y="12296"/>
                </a:cubicBezTo>
                <a:lnTo>
                  <a:pt x="33000" y="12470"/>
                </a:lnTo>
                <a:cubicBezTo>
                  <a:pt x="33067" y="13258"/>
                  <a:pt x="33099" y="14062"/>
                  <a:pt x="33098" y="14878"/>
                </a:cubicBezTo>
                <a:cubicBezTo>
                  <a:pt x="33116" y="15025"/>
                  <a:pt x="33116" y="15172"/>
                  <a:pt x="33116" y="15320"/>
                </a:cubicBezTo>
                <a:cubicBezTo>
                  <a:pt x="33116" y="15420"/>
                  <a:pt x="33116" y="15519"/>
                  <a:pt x="33109" y="15618"/>
                </a:cubicBezTo>
                <a:lnTo>
                  <a:pt x="33102" y="15617"/>
                </a:lnTo>
                <a:lnTo>
                  <a:pt x="33102" y="15630"/>
                </a:lnTo>
                <a:lnTo>
                  <a:pt x="32877" y="15588"/>
                </a:lnTo>
                <a:cubicBezTo>
                  <a:pt x="32452" y="15574"/>
                  <a:pt x="32033" y="15496"/>
                  <a:pt x="31624" y="15352"/>
                </a:cubicBezTo>
                <a:cubicBezTo>
                  <a:pt x="31551" y="15363"/>
                  <a:pt x="31481" y="15338"/>
                  <a:pt x="31411" y="15312"/>
                </a:cubicBezTo>
                <a:lnTo>
                  <a:pt x="31410" y="15282"/>
                </a:lnTo>
                <a:cubicBezTo>
                  <a:pt x="27183" y="13894"/>
                  <a:pt x="23779" y="7869"/>
                  <a:pt x="22666" y="0"/>
                </a:cubicBezTo>
                <a:close/>
                <a:moveTo>
                  <a:pt x="14547" y="0"/>
                </a:moveTo>
                <a:lnTo>
                  <a:pt x="17287" y="0"/>
                </a:lnTo>
                <a:cubicBezTo>
                  <a:pt x="15115" y="2572"/>
                  <a:pt x="13547" y="6846"/>
                  <a:pt x="13050" y="11859"/>
                </a:cubicBezTo>
                <a:cubicBezTo>
                  <a:pt x="16254" y="10493"/>
                  <a:pt x="18836" y="5939"/>
                  <a:pt x="19858" y="0"/>
                </a:cubicBezTo>
                <a:lnTo>
                  <a:pt x="21618" y="0"/>
                </a:lnTo>
                <a:cubicBezTo>
                  <a:pt x="20505" y="7869"/>
                  <a:pt x="17101" y="13894"/>
                  <a:pt x="12874" y="15282"/>
                </a:cubicBezTo>
                <a:lnTo>
                  <a:pt x="12873" y="15312"/>
                </a:lnTo>
                <a:cubicBezTo>
                  <a:pt x="12803" y="15338"/>
                  <a:pt x="12733" y="15363"/>
                  <a:pt x="12660" y="15352"/>
                </a:cubicBezTo>
                <a:cubicBezTo>
                  <a:pt x="12251" y="15496"/>
                  <a:pt x="11832" y="15574"/>
                  <a:pt x="11407" y="15588"/>
                </a:cubicBezTo>
                <a:lnTo>
                  <a:pt x="11182" y="15630"/>
                </a:lnTo>
                <a:lnTo>
                  <a:pt x="11182" y="15617"/>
                </a:lnTo>
                <a:lnTo>
                  <a:pt x="11175" y="15618"/>
                </a:lnTo>
                <a:cubicBezTo>
                  <a:pt x="11168" y="15519"/>
                  <a:pt x="11167" y="15420"/>
                  <a:pt x="11167" y="15320"/>
                </a:cubicBezTo>
                <a:cubicBezTo>
                  <a:pt x="11167" y="15172"/>
                  <a:pt x="11168" y="15025"/>
                  <a:pt x="11185" y="14878"/>
                </a:cubicBezTo>
                <a:cubicBezTo>
                  <a:pt x="11185" y="14062"/>
                  <a:pt x="11217" y="13258"/>
                  <a:pt x="11283" y="12470"/>
                </a:cubicBezTo>
                <a:lnTo>
                  <a:pt x="11291" y="12296"/>
                </a:lnTo>
                <a:cubicBezTo>
                  <a:pt x="11293" y="12296"/>
                  <a:pt x="11295" y="12296"/>
                  <a:pt x="11297" y="12294"/>
                </a:cubicBezTo>
                <a:cubicBezTo>
                  <a:pt x="11643" y="7487"/>
                  <a:pt x="12817" y="3194"/>
                  <a:pt x="14547" y="0"/>
                </a:cubicBezTo>
                <a:close/>
                <a:moveTo>
                  <a:pt x="448" y="0"/>
                </a:moveTo>
                <a:lnTo>
                  <a:pt x="2207" y="0"/>
                </a:lnTo>
                <a:cubicBezTo>
                  <a:pt x="3230" y="5939"/>
                  <a:pt x="5811" y="10493"/>
                  <a:pt x="9016" y="11859"/>
                </a:cubicBezTo>
                <a:cubicBezTo>
                  <a:pt x="8519" y="6846"/>
                  <a:pt x="6951" y="2572"/>
                  <a:pt x="4778" y="0"/>
                </a:cubicBezTo>
                <a:lnTo>
                  <a:pt x="7519" y="0"/>
                </a:lnTo>
                <a:cubicBezTo>
                  <a:pt x="9248" y="3194"/>
                  <a:pt x="10423" y="7487"/>
                  <a:pt x="10768" y="12294"/>
                </a:cubicBezTo>
                <a:cubicBezTo>
                  <a:pt x="10771" y="12296"/>
                  <a:pt x="10773" y="12296"/>
                  <a:pt x="10775" y="12296"/>
                </a:cubicBezTo>
                <a:lnTo>
                  <a:pt x="10782" y="12470"/>
                </a:lnTo>
                <a:cubicBezTo>
                  <a:pt x="10849" y="13258"/>
                  <a:pt x="10881" y="14062"/>
                  <a:pt x="10880" y="14878"/>
                </a:cubicBezTo>
                <a:cubicBezTo>
                  <a:pt x="10897" y="15025"/>
                  <a:pt x="10898" y="15172"/>
                  <a:pt x="10898" y="15320"/>
                </a:cubicBezTo>
                <a:cubicBezTo>
                  <a:pt x="10898" y="15420"/>
                  <a:pt x="10898" y="15519"/>
                  <a:pt x="10890" y="15618"/>
                </a:cubicBezTo>
                <a:lnTo>
                  <a:pt x="10884" y="15617"/>
                </a:lnTo>
                <a:lnTo>
                  <a:pt x="10883" y="15630"/>
                </a:lnTo>
                <a:lnTo>
                  <a:pt x="10659" y="15588"/>
                </a:lnTo>
                <a:cubicBezTo>
                  <a:pt x="10234" y="15574"/>
                  <a:pt x="9815" y="15496"/>
                  <a:pt x="9406" y="15352"/>
                </a:cubicBezTo>
                <a:cubicBezTo>
                  <a:pt x="9332" y="15363"/>
                  <a:pt x="9263" y="15338"/>
                  <a:pt x="9193" y="15312"/>
                </a:cubicBezTo>
                <a:lnTo>
                  <a:pt x="9191" y="15282"/>
                </a:lnTo>
                <a:cubicBezTo>
                  <a:pt x="4965" y="13894"/>
                  <a:pt x="1561" y="7869"/>
                  <a:pt x="4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ctrTitle"/>
          </p:nvPr>
        </p:nvSpPr>
        <p:spPr>
          <a:xfrm>
            <a:off x="487680" y="7054417"/>
            <a:ext cx="8290560" cy="2080768"/>
          </a:xfrm>
          <a:prstGeom prst="rect">
            <a:avLst/>
          </a:prstGeom>
          <a:noFill/>
          <a:ln>
            <a:noFill/>
          </a:ln>
        </p:spPr>
        <p:txBody>
          <a:bodyPr anchorCtr="0" anchor="ctr" bIns="91425" lIns="91425" spcFirstLastPara="1" rIns="91425" wrap="square" tIns="91425">
            <a:noAutofit/>
          </a:bodyPr>
          <a:lstStyle>
            <a:lvl1pPr indent="0" lvl="0" marL="0" marR="0" rtl="0" algn="r">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4"/>
          <p:cNvSpPr txBox="1"/>
          <p:nvPr>
            <p:ph idx="1" type="subTitle"/>
          </p:nvPr>
        </p:nvSpPr>
        <p:spPr>
          <a:xfrm>
            <a:off x="9184640" y="7054417"/>
            <a:ext cx="3413760" cy="2080768"/>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accent1"/>
              </a:buClr>
              <a:buSzPts val="2844"/>
              <a:buFont typeface="Questrial"/>
              <a:buNone/>
              <a:defRPr b="0" i="0" sz="2276" u="none" cap="none" strike="noStrike">
                <a:solidFill>
                  <a:srgbClr val="0C0C0C"/>
                </a:solidFill>
                <a:latin typeface="Questrial"/>
                <a:ea typeface="Questrial"/>
                <a:cs typeface="Questrial"/>
                <a:sym typeface="Questrial"/>
              </a:defRPr>
            </a:lvl1pPr>
            <a:lvl2pPr indent="-2530" lvl="1" marL="650230" marR="0" rtl="0" algn="ctr">
              <a:lnSpc>
                <a:spcPct val="90000"/>
              </a:lnSpc>
              <a:spcBef>
                <a:spcPts val="284"/>
              </a:spcBef>
              <a:spcAft>
                <a:spcPts val="0"/>
              </a:spcAft>
              <a:buClr>
                <a:schemeClr val="accent1"/>
              </a:buClr>
              <a:buSzPts val="2276"/>
              <a:buFont typeface="Noto Sans Symbols"/>
              <a:buNone/>
              <a:defRPr b="0" i="0" sz="2276" u="none" cap="none" strike="noStrike">
                <a:solidFill>
                  <a:schemeClr val="dk1"/>
                </a:solidFill>
                <a:latin typeface="Questrial"/>
                <a:ea typeface="Questrial"/>
                <a:cs typeface="Questrial"/>
                <a:sym typeface="Questrial"/>
              </a:defRPr>
            </a:lvl2pPr>
            <a:lvl3pPr indent="-5060" lvl="2" marL="1300460"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3pPr>
            <a:lvl4pPr indent="-7590" lvl="3" marL="1950690"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4pPr>
            <a:lvl5pPr indent="-10119" lvl="4" marL="2600919"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5pPr>
            <a:lvl6pPr indent="-12649" lvl="5" marL="3251149"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6pPr>
            <a:lvl7pPr indent="-2479" lvl="6" marL="3901379"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7pPr>
            <a:lvl8pPr indent="-5009" lvl="7" marL="4551609" marR="0" rtl="0" algn="ctr">
              <a:lnSpc>
                <a:spcPct val="90000"/>
              </a:lnSpc>
              <a:spcBef>
                <a:spcPts val="569"/>
              </a:spcBef>
              <a:spcAft>
                <a:spcPts val="0"/>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8pPr>
            <a:lvl9pPr indent="-7539" lvl="8" marL="5201839" marR="0" rtl="0" algn="ctr">
              <a:lnSpc>
                <a:spcPct val="90000"/>
              </a:lnSpc>
              <a:spcBef>
                <a:spcPts val="569"/>
              </a:spcBef>
              <a:spcAft>
                <a:spcPts val="569"/>
              </a:spcAft>
              <a:buClr>
                <a:schemeClr val="accent1"/>
              </a:buClr>
              <a:buSzPts val="1707"/>
              <a:buFont typeface="Noto Sans Symbols"/>
              <a:buNone/>
              <a:defRPr b="0" i="0" sz="2276" u="none" cap="none" strike="noStrike">
                <a:solidFill>
                  <a:schemeClr val="dk1"/>
                </a:solidFill>
                <a:latin typeface="Questrial"/>
                <a:ea typeface="Questrial"/>
                <a:cs typeface="Questrial"/>
                <a:sym typeface="Questrial"/>
              </a:defRPr>
            </a:lvl9pPr>
          </a:lstStyle>
          <a:p/>
        </p:txBody>
      </p:sp>
      <p:sp>
        <p:nvSpPr>
          <p:cNvPr id="24" name="Google Shape;24;p4"/>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25" name="Google Shape;25;p4"/>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26" name="Google Shape;26;p4"/>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cxnSp>
        <p:nvCxnSpPr>
          <p:cNvPr id="27" name="Google Shape;27;p4"/>
          <p:cNvCxnSpPr/>
          <p:nvPr/>
        </p:nvCxnSpPr>
        <p:spPr>
          <a:xfrm rot="10800000">
            <a:off x="8945966" y="7486729"/>
            <a:ext cx="0" cy="1300480"/>
          </a:xfrm>
          <a:prstGeom prst="straightConnector1">
            <a:avLst/>
          </a:prstGeom>
          <a:noFill/>
          <a:ln cap="flat" cmpd="sng" w="19050">
            <a:solidFill>
              <a:srgbClr val="864EA9"/>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5"/>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0" name="Google Shape;30;p5"/>
          <p:cNvSpPr txBox="1"/>
          <p:nvPr>
            <p:ph idx="1" type="body"/>
          </p:nvPr>
        </p:nvSpPr>
        <p:spPr>
          <a:xfrm>
            <a:off x="1092404" y="3251200"/>
            <a:ext cx="10368078" cy="572211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31" name="Google Shape;31;p5"/>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32" name="Google Shape;32;p5"/>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33" name="Google Shape;33;p5"/>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4" name="Shape 34"/>
        <p:cNvGrpSpPr/>
        <p:nvPr/>
      </p:nvGrpSpPr>
      <p:grpSpPr>
        <a:xfrm>
          <a:off x="0" y="0"/>
          <a:ext cx="0" cy="0"/>
          <a:chOff x="0" y="0"/>
          <a:chExt cx="0" cy="0"/>
        </a:xfrm>
      </p:grpSpPr>
      <p:sp>
        <p:nvSpPr>
          <p:cNvPr id="35" name="Google Shape;35;p6"/>
          <p:cNvSpPr/>
          <p:nvPr/>
        </p:nvSpPr>
        <p:spPr>
          <a:xfrm>
            <a:off x="0" y="1"/>
            <a:ext cx="13004800" cy="6502401"/>
          </a:xfrm>
          <a:prstGeom prst="rect">
            <a:avLst/>
          </a:prstGeom>
          <a:solidFill>
            <a:srgbClr val="455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a:off x="6773" y="1"/>
            <a:ext cx="12998029" cy="6502401"/>
          </a:xfrm>
          <a:custGeom>
            <a:rect b="b" l="l" r="r" t="t"/>
            <a:pathLst>
              <a:path extrusionOk="0" h="120000" w="120000">
                <a:moveTo>
                  <a:pt x="120000" y="109487"/>
                </a:moveTo>
                <a:lnTo>
                  <a:pt x="120000" y="117562"/>
                </a:lnTo>
                <a:lnTo>
                  <a:pt x="118983" y="120000"/>
                </a:lnTo>
                <a:lnTo>
                  <a:pt x="116433" y="120000"/>
                </a:lnTo>
                <a:cubicBezTo>
                  <a:pt x="117842" y="118022"/>
                  <a:pt x="118950" y="115285"/>
                  <a:pt x="119606" y="112098"/>
                </a:cubicBezTo>
                <a:close/>
                <a:moveTo>
                  <a:pt x="120000" y="105456"/>
                </a:moveTo>
                <a:lnTo>
                  <a:pt x="120000" y="108833"/>
                </a:lnTo>
                <a:lnTo>
                  <a:pt x="118983" y="109403"/>
                </a:lnTo>
                <a:cubicBezTo>
                  <a:pt x="116432" y="111182"/>
                  <a:pt x="114398" y="115071"/>
                  <a:pt x="113440" y="120000"/>
                </a:cubicBezTo>
                <a:lnTo>
                  <a:pt x="111634" y="120000"/>
                </a:lnTo>
                <a:cubicBezTo>
                  <a:pt x="112707" y="113375"/>
                  <a:pt x="115387" y="108144"/>
                  <a:pt x="118785" y="106032"/>
                </a:cubicBezTo>
                <a:close/>
                <a:moveTo>
                  <a:pt x="100055" y="104971"/>
                </a:moveTo>
                <a:lnTo>
                  <a:pt x="100280" y="105014"/>
                </a:lnTo>
                <a:cubicBezTo>
                  <a:pt x="100705" y="105028"/>
                  <a:pt x="101124" y="105106"/>
                  <a:pt x="101533" y="105252"/>
                </a:cubicBezTo>
                <a:cubicBezTo>
                  <a:pt x="101606" y="105241"/>
                  <a:pt x="101676" y="105266"/>
                  <a:pt x="101746" y="105292"/>
                </a:cubicBezTo>
                <a:lnTo>
                  <a:pt x="101747" y="105322"/>
                </a:lnTo>
                <a:cubicBezTo>
                  <a:pt x="105845" y="106678"/>
                  <a:pt x="109170" y="112428"/>
                  <a:pt x="110396" y="120000"/>
                </a:cubicBezTo>
                <a:lnTo>
                  <a:pt x="108590" y="120000"/>
                </a:lnTo>
                <a:cubicBezTo>
                  <a:pt x="107495" y="114366"/>
                  <a:pt x="104996" y="110092"/>
                  <a:pt x="101923" y="108772"/>
                </a:cubicBezTo>
                <a:cubicBezTo>
                  <a:pt x="102376" y="113376"/>
                  <a:pt x="103718" y="117362"/>
                  <a:pt x="105597" y="120000"/>
                </a:cubicBezTo>
                <a:lnTo>
                  <a:pt x="103047" y="120000"/>
                </a:lnTo>
                <a:cubicBezTo>
                  <a:pt x="101522" y="116866"/>
                  <a:pt x="100490" y="112821"/>
                  <a:pt x="100170" y="108333"/>
                </a:cubicBezTo>
                <a:cubicBezTo>
                  <a:pt x="100168" y="108332"/>
                  <a:pt x="100166" y="108332"/>
                  <a:pt x="100164" y="108331"/>
                </a:cubicBezTo>
                <a:lnTo>
                  <a:pt x="100157" y="108156"/>
                </a:lnTo>
                <a:cubicBezTo>
                  <a:pt x="100090" y="107362"/>
                  <a:pt x="100058" y="106551"/>
                  <a:pt x="100059" y="105729"/>
                </a:cubicBezTo>
                <a:cubicBezTo>
                  <a:pt x="100041" y="105581"/>
                  <a:pt x="100041" y="105433"/>
                  <a:pt x="100041" y="105283"/>
                </a:cubicBezTo>
                <a:lnTo>
                  <a:pt x="100048" y="104983"/>
                </a:lnTo>
                <a:lnTo>
                  <a:pt x="100055" y="104984"/>
                </a:lnTo>
                <a:close/>
                <a:moveTo>
                  <a:pt x="99757" y="104971"/>
                </a:moveTo>
                <a:lnTo>
                  <a:pt x="99757" y="104984"/>
                </a:lnTo>
                <a:lnTo>
                  <a:pt x="99763" y="104983"/>
                </a:lnTo>
                <a:lnTo>
                  <a:pt x="99771" y="105283"/>
                </a:lnTo>
                <a:cubicBezTo>
                  <a:pt x="99771" y="105433"/>
                  <a:pt x="99770" y="105581"/>
                  <a:pt x="99753" y="105729"/>
                </a:cubicBezTo>
                <a:cubicBezTo>
                  <a:pt x="99754" y="106551"/>
                  <a:pt x="99722" y="107362"/>
                  <a:pt x="99655" y="108156"/>
                </a:cubicBezTo>
                <a:lnTo>
                  <a:pt x="99648" y="108331"/>
                </a:lnTo>
                <a:cubicBezTo>
                  <a:pt x="99646" y="108332"/>
                  <a:pt x="99644" y="108332"/>
                  <a:pt x="99641" y="108333"/>
                </a:cubicBezTo>
                <a:cubicBezTo>
                  <a:pt x="99322" y="112821"/>
                  <a:pt x="98290" y="116866"/>
                  <a:pt x="96765" y="120000"/>
                </a:cubicBezTo>
                <a:lnTo>
                  <a:pt x="94215" y="120000"/>
                </a:lnTo>
                <a:cubicBezTo>
                  <a:pt x="96094" y="117362"/>
                  <a:pt x="97436" y="113376"/>
                  <a:pt x="97889" y="108772"/>
                </a:cubicBezTo>
                <a:cubicBezTo>
                  <a:pt x="94816" y="110092"/>
                  <a:pt x="92317" y="114366"/>
                  <a:pt x="91222" y="120000"/>
                </a:cubicBezTo>
                <a:lnTo>
                  <a:pt x="89416" y="120000"/>
                </a:lnTo>
                <a:cubicBezTo>
                  <a:pt x="90642" y="112428"/>
                  <a:pt x="93967" y="106678"/>
                  <a:pt x="98064" y="105322"/>
                </a:cubicBezTo>
                <a:lnTo>
                  <a:pt x="98066" y="105292"/>
                </a:lnTo>
                <a:cubicBezTo>
                  <a:pt x="98136" y="105266"/>
                  <a:pt x="98206" y="105241"/>
                  <a:pt x="98279" y="105252"/>
                </a:cubicBezTo>
                <a:cubicBezTo>
                  <a:pt x="98688" y="105106"/>
                  <a:pt x="99107" y="105028"/>
                  <a:pt x="99532" y="105014"/>
                </a:cubicBezTo>
                <a:close/>
                <a:moveTo>
                  <a:pt x="77837" y="104971"/>
                </a:moveTo>
                <a:lnTo>
                  <a:pt x="78061" y="105014"/>
                </a:lnTo>
                <a:cubicBezTo>
                  <a:pt x="78487" y="105028"/>
                  <a:pt x="78905" y="105106"/>
                  <a:pt x="79315" y="105252"/>
                </a:cubicBezTo>
                <a:cubicBezTo>
                  <a:pt x="79388" y="105241"/>
                  <a:pt x="79458" y="105266"/>
                  <a:pt x="79528" y="105292"/>
                </a:cubicBezTo>
                <a:lnTo>
                  <a:pt x="79529" y="105322"/>
                </a:lnTo>
                <a:cubicBezTo>
                  <a:pt x="83627" y="106678"/>
                  <a:pt x="86952" y="112428"/>
                  <a:pt x="88178" y="120000"/>
                </a:cubicBezTo>
                <a:lnTo>
                  <a:pt x="86372" y="120000"/>
                </a:lnTo>
                <a:cubicBezTo>
                  <a:pt x="85277" y="114366"/>
                  <a:pt x="82777" y="110092"/>
                  <a:pt x="79705" y="108772"/>
                </a:cubicBezTo>
                <a:cubicBezTo>
                  <a:pt x="80158" y="113376"/>
                  <a:pt x="81500" y="117362"/>
                  <a:pt x="83379" y="120000"/>
                </a:cubicBezTo>
                <a:lnTo>
                  <a:pt x="80828" y="120000"/>
                </a:lnTo>
                <a:cubicBezTo>
                  <a:pt x="79304" y="116866"/>
                  <a:pt x="78272" y="112821"/>
                  <a:pt x="77952" y="108333"/>
                </a:cubicBezTo>
                <a:cubicBezTo>
                  <a:pt x="77950" y="108332"/>
                  <a:pt x="77948" y="108332"/>
                  <a:pt x="77945" y="108331"/>
                </a:cubicBezTo>
                <a:lnTo>
                  <a:pt x="77938" y="108156"/>
                </a:lnTo>
                <a:cubicBezTo>
                  <a:pt x="77872" y="107362"/>
                  <a:pt x="77840" y="106551"/>
                  <a:pt x="77840" y="105729"/>
                </a:cubicBezTo>
                <a:cubicBezTo>
                  <a:pt x="77823" y="105581"/>
                  <a:pt x="77822" y="105433"/>
                  <a:pt x="77822" y="105283"/>
                </a:cubicBezTo>
                <a:lnTo>
                  <a:pt x="77830" y="104983"/>
                </a:lnTo>
                <a:lnTo>
                  <a:pt x="77837" y="104984"/>
                </a:lnTo>
                <a:close/>
                <a:moveTo>
                  <a:pt x="77538" y="104971"/>
                </a:moveTo>
                <a:lnTo>
                  <a:pt x="77539" y="104984"/>
                </a:lnTo>
                <a:lnTo>
                  <a:pt x="77545" y="104983"/>
                </a:lnTo>
                <a:lnTo>
                  <a:pt x="77553" y="105283"/>
                </a:lnTo>
                <a:cubicBezTo>
                  <a:pt x="77553" y="105433"/>
                  <a:pt x="77552" y="105581"/>
                  <a:pt x="77535" y="105729"/>
                </a:cubicBezTo>
                <a:cubicBezTo>
                  <a:pt x="77536" y="106551"/>
                  <a:pt x="77503" y="107362"/>
                  <a:pt x="77437" y="108156"/>
                </a:cubicBezTo>
                <a:lnTo>
                  <a:pt x="77430" y="108331"/>
                </a:lnTo>
                <a:cubicBezTo>
                  <a:pt x="77428" y="108332"/>
                  <a:pt x="77425" y="108332"/>
                  <a:pt x="77423" y="108333"/>
                </a:cubicBezTo>
                <a:cubicBezTo>
                  <a:pt x="77103" y="112821"/>
                  <a:pt x="76072" y="116866"/>
                  <a:pt x="74547" y="120000"/>
                </a:cubicBezTo>
                <a:lnTo>
                  <a:pt x="71996" y="120000"/>
                </a:lnTo>
                <a:cubicBezTo>
                  <a:pt x="73875" y="117362"/>
                  <a:pt x="75218" y="113376"/>
                  <a:pt x="75671" y="108772"/>
                </a:cubicBezTo>
                <a:cubicBezTo>
                  <a:pt x="72598" y="110092"/>
                  <a:pt x="70098" y="114366"/>
                  <a:pt x="69004" y="120000"/>
                </a:cubicBezTo>
                <a:lnTo>
                  <a:pt x="67198" y="120000"/>
                </a:lnTo>
                <a:cubicBezTo>
                  <a:pt x="68423" y="112428"/>
                  <a:pt x="71748" y="106678"/>
                  <a:pt x="75846" y="105322"/>
                </a:cubicBezTo>
                <a:lnTo>
                  <a:pt x="75848" y="105292"/>
                </a:lnTo>
                <a:cubicBezTo>
                  <a:pt x="75917" y="105266"/>
                  <a:pt x="75987" y="105241"/>
                  <a:pt x="76060" y="105252"/>
                </a:cubicBezTo>
                <a:cubicBezTo>
                  <a:pt x="76470" y="105106"/>
                  <a:pt x="76889" y="105028"/>
                  <a:pt x="77314" y="105014"/>
                </a:cubicBezTo>
                <a:close/>
                <a:moveTo>
                  <a:pt x="55619" y="104971"/>
                </a:moveTo>
                <a:lnTo>
                  <a:pt x="55843" y="105014"/>
                </a:lnTo>
                <a:cubicBezTo>
                  <a:pt x="56268" y="105028"/>
                  <a:pt x="56687" y="105106"/>
                  <a:pt x="57097" y="105252"/>
                </a:cubicBezTo>
                <a:cubicBezTo>
                  <a:pt x="57170" y="105241"/>
                  <a:pt x="57240" y="105266"/>
                  <a:pt x="57309" y="105292"/>
                </a:cubicBezTo>
                <a:lnTo>
                  <a:pt x="57311" y="105322"/>
                </a:lnTo>
                <a:cubicBezTo>
                  <a:pt x="61409" y="106678"/>
                  <a:pt x="64734" y="112428"/>
                  <a:pt x="65959" y="120000"/>
                </a:cubicBezTo>
                <a:lnTo>
                  <a:pt x="64153" y="120000"/>
                </a:lnTo>
                <a:cubicBezTo>
                  <a:pt x="63059" y="114366"/>
                  <a:pt x="60559" y="110092"/>
                  <a:pt x="57486" y="108772"/>
                </a:cubicBezTo>
                <a:cubicBezTo>
                  <a:pt x="57939" y="113376"/>
                  <a:pt x="59282" y="117362"/>
                  <a:pt x="61160" y="120000"/>
                </a:cubicBezTo>
                <a:lnTo>
                  <a:pt x="58610" y="120000"/>
                </a:lnTo>
                <a:cubicBezTo>
                  <a:pt x="57085" y="116866"/>
                  <a:pt x="56054" y="112821"/>
                  <a:pt x="55734" y="108333"/>
                </a:cubicBezTo>
                <a:cubicBezTo>
                  <a:pt x="55732" y="108332"/>
                  <a:pt x="55729" y="108332"/>
                  <a:pt x="55727" y="108331"/>
                </a:cubicBezTo>
                <a:lnTo>
                  <a:pt x="55720" y="108156"/>
                </a:lnTo>
                <a:cubicBezTo>
                  <a:pt x="55654" y="107362"/>
                  <a:pt x="55621" y="106551"/>
                  <a:pt x="55622" y="105729"/>
                </a:cubicBezTo>
                <a:cubicBezTo>
                  <a:pt x="55605" y="105581"/>
                  <a:pt x="55604" y="105433"/>
                  <a:pt x="55604" y="105283"/>
                </a:cubicBezTo>
                <a:lnTo>
                  <a:pt x="55612" y="104983"/>
                </a:lnTo>
                <a:lnTo>
                  <a:pt x="55618" y="104984"/>
                </a:lnTo>
                <a:close/>
                <a:moveTo>
                  <a:pt x="55320" y="104971"/>
                </a:moveTo>
                <a:lnTo>
                  <a:pt x="55320" y="104984"/>
                </a:lnTo>
                <a:lnTo>
                  <a:pt x="55327" y="104983"/>
                </a:lnTo>
                <a:lnTo>
                  <a:pt x="55335" y="105283"/>
                </a:lnTo>
                <a:cubicBezTo>
                  <a:pt x="55335" y="105433"/>
                  <a:pt x="55334" y="105581"/>
                  <a:pt x="55317" y="105729"/>
                </a:cubicBezTo>
                <a:cubicBezTo>
                  <a:pt x="55317" y="106551"/>
                  <a:pt x="55285" y="107362"/>
                  <a:pt x="55219" y="108156"/>
                </a:cubicBezTo>
                <a:lnTo>
                  <a:pt x="55212" y="108331"/>
                </a:lnTo>
                <a:cubicBezTo>
                  <a:pt x="55209" y="108332"/>
                  <a:pt x="55207" y="108332"/>
                  <a:pt x="55205" y="108333"/>
                </a:cubicBezTo>
                <a:cubicBezTo>
                  <a:pt x="54885" y="112821"/>
                  <a:pt x="53853" y="116866"/>
                  <a:pt x="52329" y="120000"/>
                </a:cubicBezTo>
                <a:lnTo>
                  <a:pt x="49778" y="120000"/>
                </a:lnTo>
                <a:cubicBezTo>
                  <a:pt x="51657" y="117362"/>
                  <a:pt x="52999" y="113376"/>
                  <a:pt x="53452" y="108772"/>
                </a:cubicBezTo>
                <a:cubicBezTo>
                  <a:pt x="50380" y="110092"/>
                  <a:pt x="47880" y="114366"/>
                  <a:pt x="46785" y="120000"/>
                </a:cubicBezTo>
                <a:lnTo>
                  <a:pt x="44979" y="120000"/>
                </a:lnTo>
                <a:cubicBezTo>
                  <a:pt x="46205" y="112428"/>
                  <a:pt x="49530" y="106678"/>
                  <a:pt x="53628" y="105322"/>
                </a:cubicBezTo>
                <a:lnTo>
                  <a:pt x="53629" y="105292"/>
                </a:lnTo>
                <a:cubicBezTo>
                  <a:pt x="53699" y="105266"/>
                  <a:pt x="53769" y="105241"/>
                  <a:pt x="53842" y="105252"/>
                </a:cubicBezTo>
                <a:cubicBezTo>
                  <a:pt x="54252" y="105106"/>
                  <a:pt x="54670" y="105028"/>
                  <a:pt x="55096" y="105014"/>
                </a:cubicBezTo>
                <a:close/>
                <a:moveTo>
                  <a:pt x="33400" y="104971"/>
                </a:moveTo>
                <a:lnTo>
                  <a:pt x="33625" y="105014"/>
                </a:lnTo>
                <a:cubicBezTo>
                  <a:pt x="34050" y="105028"/>
                  <a:pt x="34469" y="105106"/>
                  <a:pt x="34878" y="105252"/>
                </a:cubicBezTo>
                <a:cubicBezTo>
                  <a:pt x="34951" y="105241"/>
                  <a:pt x="35021" y="105266"/>
                  <a:pt x="35091" y="105292"/>
                </a:cubicBezTo>
                <a:lnTo>
                  <a:pt x="35093" y="105322"/>
                </a:lnTo>
                <a:cubicBezTo>
                  <a:pt x="39190" y="106678"/>
                  <a:pt x="42515" y="112428"/>
                  <a:pt x="43741" y="120000"/>
                </a:cubicBezTo>
                <a:lnTo>
                  <a:pt x="41935" y="120000"/>
                </a:lnTo>
                <a:cubicBezTo>
                  <a:pt x="40840" y="114366"/>
                  <a:pt x="38341" y="110092"/>
                  <a:pt x="35268" y="108772"/>
                </a:cubicBezTo>
                <a:cubicBezTo>
                  <a:pt x="35721" y="113376"/>
                  <a:pt x="37063" y="117362"/>
                  <a:pt x="38942" y="120000"/>
                </a:cubicBezTo>
                <a:lnTo>
                  <a:pt x="36392" y="120000"/>
                </a:lnTo>
                <a:cubicBezTo>
                  <a:pt x="34867" y="116866"/>
                  <a:pt x="33835" y="112821"/>
                  <a:pt x="33516" y="108333"/>
                </a:cubicBezTo>
                <a:cubicBezTo>
                  <a:pt x="33513" y="108332"/>
                  <a:pt x="33511" y="108332"/>
                  <a:pt x="33509" y="108331"/>
                </a:cubicBezTo>
                <a:lnTo>
                  <a:pt x="33502" y="108156"/>
                </a:lnTo>
                <a:cubicBezTo>
                  <a:pt x="33435" y="107362"/>
                  <a:pt x="33403" y="106551"/>
                  <a:pt x="33404" y="105729"/>
                </a:cubicBezTo>
                <a:cubicBezTo>
                  <a:pt x="33387" y="105581"/>
                  <a:pt x="33386" y="105433"/>
                  <a:pt x="33386" y="105283"/>
                </a:cubicBezTo>
                <a:lnTo>
                  <a:pt x="33394" y="104983"/>
                </a:lnTo>
                <a:lnTo>
                  <a:pt x="33400" y="104984"/>
                </a:lnTo>
                <a:close/>
                <a:moveTo>
                  <a:pt x="33102" y="104971"/>
                </a:moveTo>
                <a:lnTo>
                  <a:pt x="33102" y="104984"/>
                </a:lnTo>
                <a:lnTo>
                  <a:pt x="33109" y="104983"/>
                </a:lnTo>
                <a:lnTo>
                  <a:pt x="33116" y="105283"/>
                </a:lnTo>
                <a:cubicBezTo>
                  <a:pt x="33116" y="105433"/>
                  <a:pt x="33116" y="105581"/>
                  <a:pt x="33098" y="105729"/>
                </a:cubicBezTo>
                <a:cubicBezTo>
                  <a:pt x="33099" y="106551"/>
                  <a:pt x="33067" y="107362"/>
                  <a:pt x="33000" y="108156"/>
                </a:cubicBezTo>
                <a:lnTo>
                  <a:pt x="32993" y="108331"/>
                </a:lnTo>
                <a:cubicBezTo>
                  <a:pt x="32991" y="108332"/>
                  <a:pt x="32989" y="108332"/>
                  <a:pt x="32987" y="108333"/>
                </a:cubicBezTo>
                <a:cubicBezTo>
                  <a:pt x="32667" y="112821"/>
                  <a:pt x="31635" y="116866"/>
                  <a:pt x="30110" y="120000"/>
                </a:cubicBezTo>
                <a:lnTo>
                  <a:pt x="27560" y="120000"/>
                </a:lnTo>
                <a:cubicBezTo>
                  <a:pt x="29439" y="117362"/>
                  <a:pt x="30781" y="113376"/>
                  <a:pt x="31234" y="108772"/>
                </a:cubicBezTo>
                <a:cubicBezTo>
                  <a:pt x="28161" y="110092"/>
                  <a:pt x="25662" y="114366"/>
                  <a:pt x="24567" y="120000"/>
                </a:cubicBezTo>
                <a:lnTo>
                  <a:pt x="22761" y="120000"/>
                </a:lnTo>
                <a:cubicBezTo>
                  <a:pt x="23987" y="112428"/>
                  <a:pt x="27312" y="106678"/>
                  <a:pt x="31410" y="105322"/>
                </a:cubicBezTo>
                <a:lnTo>
                  <a:pt x="31411" y="105292"/>
                </a:lnTo>
                <a:cubicBezTo>
                  <a:pt x="31481" y="105266"/>
                  <a:pt x="31551" y="105241"/>
                  <a:pt x="31624" y="105252"/>
                </a:cubicBezTo>
                <a:cubicBezTo>
                  <a:pt x="32033" y="105106"/>
                  <a:pt x="32452" y="105028"/>
                  <a:pt x="32877" y="105014"/>
                </a:cubicBezTo>
                <a:close/>
                <a:moveTo>
                  <a:pt x="11182" y="104971"/>
                </a:moveTo>
                <a:lnTo>
                  <a:pt x="11407" y="105014"/>
                </a:lnTo>
                <a:cubicBezTo>
                  <a:pt x="11832" y="105028"/>
                  <a:pt x="12251" y="105106"/>
                  <a:pt x="12660" y="105252"/>
                </a:cubicBezTo>
                <a:cubicBezTo>
                  <a:pt x="12733" y="105241"/>
                  <a:pt x="12803" y="105266"/>
                  <a:pt x="12873" y="105292"/>
                </a:cubicBezTo>
                <a:lnTo>
                  <a:pt x="12874" y="105322"/>
                </a:lnTo>
                <a:cubicBezTo>
                  <a:pt x="16972" y="106678"/>
                  <a:pt x="20297" y="112428"/>
                  <a:pt x="21523" y="120000"/>
                </a:cubicBezTo>
                <a:lnTo>
                  <a:pt x="19717" y="120000"/>
                </a:lnTo>
                <a:cubicBezTo>
                  <a:pt x="18622" y="114366"/>
                  <a:pt x="16122" y="110092"/>
                  <a:pt x="13050" y="108772"/>
                </a:cubicBezTo>
                <a:cubicBezTo>
                  <a:pt x="13503" y="113376"/>
                  <a:pt x="14845" y="117362"/>
                  <a:pt x="16724" y="120000"/>
                </a:cubicBezTo>
                <a:lnTo>
                  <a:pt x="14174" y="120000"/>
                </a:lnTo>
                <a:cubicBezTo>
                  <a:pt x="12649" y="116866"/>
                  <a:pt x="11617" y="112821"/>
                  <a:pt x="11297" y="108333"/>
                </a:cubicBezTo>
                <a:cubicBezTo>
                  <a:pt x="11295" y="108332"/>
                  <a:pt x="11293" y="108332"/>
                  <a:pt x="11291" y="108331"/>
                </a:cubicBezTo>
                <a:lnTo>
                  <a:pt x="11284" y="108156"/>
                </a:lnTo>
                <a:cubicBezTo>
                  <a:pt x="11217" y="107362"/>
                  <a:pt x="11185" y="106551"/>
                  <a:pt x="11185" y="105729"/>
                </a:cubicBezTo>
                <a:cubicBezTo>
                  <a:pt x="11168" y="105581"/>
                  <a:pt x="11167" y="105433"/>
                  <a:pt x="11167" y="105283"/>
                </a:cubicBezTo>
                <a:lnTo>
                  <a:pt x="11175" y="104983"/>
                </a:lnTo>
                <a:lnTo>
                  <a:pt x="11182" y="104984"/>
                </a:lnTo>
                <a:close/>
                <a:moveTo>
                  <a:pt x="10883" y="104971"/>
                </a:moveTo>
                <a:lnTo>
                  <a:pt x="10884" y="104984"/>
                </a:lnTo>
                <a:lnTo>
                  <a:pt x="10890" y="104983"/>
                </a:lnTo>
                <a:lnTo>
                  <a:pt x="10898" y="105283"/>
                </a:lnTo>
                <a:cubicBezTo>
                  <a:pt x="10898" y="105433"/>
                  <a:pt x="10897" y="105581"/>
                  <a:pt x="10880" y="105729"/>
                </a:cubicBezTo>
                <a:cubicBezTo>
                  <a:pt x="10881" y="106551"/>
                  <a:pt x="10849" y="107362"/>
                  <a:pt x="10782" y="108156"/>
                </a:cubicBezTo>
                <a:lnTo>
                  <a:pt x="10775" y="108331"/>
                </a:lnTo>
                <a:cubicBezTo>
                  <a:pt x="10773" y="108332"/>
                  <a:pt x="10771" y="108332"/>
                  <a:pt x="10768" y="108333"/>
                </a:cubicBezTo>
                <a:cubicBezTo>
                  <a:pt x="10448" y="112821"/>
                  <a:pt x="9417" y="116866"/>
                  <a:pt x="7892" y="120000"/>
                </a:cubicBezTo>
                <a:lnTo>
                  <a:pt x="5342" y="120000"/>
                </a:lnTo>
                <a:cubicBezTo>
                  <a:pt x="7221" y="117362"/>
                  <a:pt x="8563" y="113376"/>
                  <a:pt x="9016" y="108772"/>
                </a:cubicBezTo>
                <a:cubicBezTo>
                  <a:pt x="5943" y="110092"/>
                  <a:pt x="3444" y="114366"/>
                  <a:pt x="2349" y="120000"/>
                </a:cubicBezTo>
                <a:lnTo>
                  <a:pt x="543" y="120000"/>
                </a:lnTo>
                <a:cubicBezTo>
                  <a:pt x="1769" y="112428"/>
                  <a:pt x="5094" y="106678"/>
                  <a:pt x="9191" y="105322"/>
                </a:cubicBezTo>
                <a:lnTo>
                  <a:pt x="9193" y="105292"/>
                </a:lnTo>
                <a:cubicBezTo>
                  <a:pt x="9262" y="105266"/>
                  <a:pt x="9332" y="105241"/>
                  <a:pt x="9406" y="105252"/>
                </a:cubicBezTo>
                <a:cubicBezTo>
                  <a:pt x="9815" y="105106"/>
                  <a:pt x="10234" y="105028"/>
                  <a:pt x="10659" y="105014"/>
                </a:cubicBezTo>
                <a:close/>
                <a:moveTo>
                  <a:pt x="109057" y="86743"/>
                </a:moveTo>
                <a:cubicBezTo>
                  <a:pt x="105443" y="88283"/>
                  <a:pt x="102623" y="93876"/>
                  <a:pt x="101923" y="100931"/>
                </a:cubicBezTo>
                <a:cubicBezTo>
                  <a:pt x="105536" y="99391"/>
                  <a:pt x="108357" y="93797"/>
                  <a:pt x="109057" y="86743"/>
                </a:cubicBezTo>
                <a:close/>
                <a:moveTo>
                  <a:pt x="90755" y="86743"/>
                </a:moveTo>
                <a:cubicBezTo>
                  <a:pt x="91455" y="93797"/>
                  <a:pt x="94275" y="99391"/>
                  <a:pt x="97889" y="100931"/>
                </a:cubicBezTo>
                <a:cubicBezTo>
                  <a:pt x="97189" y="93876"/>
                  <a:pt x="94368" y="88283"/>
                  <a:pt x="90755" y="86743"/>
                </a:cubicBezTo>
                <a:close/>
                <a:moveTo>
                  <a:pt x="86838" y="86743"/>
                </a:moveTo>
                <a:cubicBezTo>
                  <a:pt x="83225" y="88283"/>
                  <a:pt x="80404" y="93876"/>
                  <a:pt x="79705" y="100931"/>
                </a:cubicBezTo>
                <a:cubicBezTo>
                  <a:pt x="83318" y="99391"/>
                  <a:pt x="86139" y="93797"/>
                  <a:pt x="86838" y="86743"/>
                </a:cubicBezTo>
                <a:close/>
                <a:moveTo>
                  <a:pt x="68537" y="86743"/>
                </a:moveTo>
                <a:cubicBezTo>
                  <a:pt x="69236" y="93797"/>
                  <a:pt x="72057" y="99391"/>
                  <a:pt x="75671" y="100931"/>
                </a:cubicBezTo>
                <a:cubicBezTo>
                  <a:pt x="74971" y="93876"/>
                  <a:pt x="72150" y="88283"/>
                  <a:pt x="68537" y="86743"/>
                </a:cubicBezTo>
                <a:close/>
                <a:moveTo>
                  <a:pt x="64620" y="86743"/>
                </a:moveTo>
                <a:cubicBezTo>
                  <a:pt x="61007" y="88283"/>
                  <a:pt x="58186" y="93876"/>
                  <a:pt x="57486" y="100931"/>
                </a:cubicBezTo>
                <a:cubicBezTo>
                  <a:pt x="61100" y="99391"/>
                  <a:pt x="63921" y="93797"/>
                  <a:pt x="64620" y="86743"/>
                </a:cubicBezTo>
                <a:close/>
                <a:moveTo>
                  <a:pt x="46318" y="86743"/>
                </a:moveTo>
                <a:cubicBezTo>
                  <a:pt x="47018" y="93797"/>
                  <a:pt x="49839" y="99391"/>
                  <a:pt x="53452" y="100931"/>
                </a:cubicBezTo>
                <a:cubicBezTo>
                  <a:pt x="52753" y="93876"/>
                  <a:pt x="49932" y="88283"/>
                  <a:pt x="46318" y="86743"/>
                </a:cubicBezTo>
                <a:close/>
                <a:moveTo>
                  <a:pt x="42402" y="86743"/>
                </a:moveTo>
                <a:cubicBezTo>
                  <a:pt x="38789" y="88283"/>
                  <a:pt x="35968" y="93876"/>
                  <a:pt x="35268" y="100931"/>
                </a:cubicBezTo>
                <a:cubicBezTo>
                  <a:pt x="38881" y="99391"/>
                  <a:pt x="41702" y="93797"/>
                  <a:pt x="42402" y="86743"/>
                </a:cubicBezTo>
                <a:close/>
                <a:moveTo>
                  <a:pt x="24100" y="86743"/>
                </a:moveTo>
                <a:cubicBezTo>
                  <a:pt x="24800" y="93797"/>
                  <a:pt x="27621" y="99391"/>
                  <a:pt x="31234" y="100931"/>
                </a:cubicBezTo>
                <a:cubicBezTo>
                  <a:pt x="30534" y="93876"/>
                  <a:pt x="27714" y="88283"/>
                  <a:pt x="24100" y="86743"/>
                </a:cubicBezTo>
                <a:close/>
                <a:moveTo>
                  <a:pt x="20184" y="86743"/>
                </a:moveTo>
                <a:cubicBezTo>
                  <a:pt x="16570" y="88283"/>
                  <a:pt x="13749" y="93876"/>
                  <a:pt x="13050" y="100931"/>
                </a:cubicBezTo>
                <a:cubicBezTo>
                  <a:pt x="16663" y="99391"/>
                  <a:pt x="19484" y="93797"/>
                  <a:pt x="20184" y="86743"/>
                </a:cubicBezTo>
                <a:close/>
                <a:moveTo>
                  <a:pt x="1882" y="86743"/>
                </a:moveTo>
                <a:cubicBezTo>
                  <a:pt x="2581" y="93797"/>
                  <a:pt x="5402" y="99391"/>
                  <a:pt x="9016" y="100931"/>
                </a:cubicBezTo>
                <a:cubicBezTo>
                  <a:pt x="8316" y="93876"/>
                  <a:pt x="5495" y="88283"/>
                  <a:pt x="1882" y="86743"/>
                </a:cubicBezTo>
                <a:close/>
                <a:moveTo>
                  <a:pt x="111106" y="82971"/>
                </a:moveTo>
                <a:lnTo>
                  <a:pt x="111330" y="83013"/>
                </a:lnTo>
                <a:cubicBezTo>
                  <a:pt x="111755" y="83027"/>
                  <a:pt x="112174" y="83105"/>
                  <a:pt x="112583" y="83249"/>
                </a:cubicBezTo>
                <a:cubicBezTo>
                  <a:pt x="112657" y="83239"/>
                  <a:pt x="112727" y="83263"/>
                  <a:pt x="112796" y="83290"/>
                </a:cubicBezTo>
                <a:lnTo>
                  <a:pt x="112798" y="83319"/>
                </a:lnTo>
                <a:cubicBezTo>
                  <a:pt x="115743" y="84286"/>
                  <a:pt x="118288" y="87505"/>
                  <a:pt x="119945" y="92026"/>
                </a:cubicBezTo>
                <a:lnTo>
                  <a:pt x="120000" y="92204"/>
                </a:lnTo>
                <a:lnTo>
                  <a:pt x="120000" y="100160"/>
                </a:lnTo>
                <a:lnTo>
                  <a:pt x="119748" y="98359"/>
                </a:lnTo>
                <a:cubicBezTo>
                  <a:pt x="118690" y="92541"/>
                  <a:pt x="116135" y="88090"/>
                  <a:pt x="112973" y="86743"/>
                </a:cubicBezTo>
                <a:cubicBezTo>
                  <a:pt x="113585" y="92915"/>
                  <a:pt x="115822" y="97969"/>
                  <a:pt x="118792" y="100168"/>
                </a:cubicBezTo>
                <a:lnTo>
                  <a:pt x="120000" y="100868"/>
                </a:lnTo>
                <a:lnTo>
                  <a:pt x="120000" y="104215"/>
                </a:lnTo>
                <a:lnTo>
                  <a:pt x="118568" y="103511"/>
                </a:lnTo>
                <a:cubicBezTo>
                  <a:pt x="114696" y="100950"/>
                  <a:pt x="111798" y="94347"/>
                  <a:pt x="111221" y="86307"/>
                </a:cubicBezTo>
                <a:cubicBezTo>
                  <a:pt x="111218" y="86305"/>
                  <a:pt x="111216" y="86305"/>
                  <a:pt x="111214" y="86305"/>
                </a:cubicBezTo>
                <a:lnTo>
                  <a:pt x="111207" y="86131"/>
                </a:lnTo>
                <a:cubicBezTo>
                  <a:pt x="111140" y="85343"/>
                  <a:pt x="111108" y="84539"/>
                  <a:pt x="111109" y="83723"/>
                </a:cubicBezTo>
                <a:cubicBezTo>
                  <a:pt x="111092" y="83577"/>
                  <a:pt x="111091" y="83429"/>
                  <a:pt x="111091" y="83281"/>
                </a:cubicBezTo>
                <a:lnTo>
                  <a:pt x="111099" y="82983"/>
                </a:lnTo>
                <a:lnTo>
                  <a:pt x="111105" y="82984"/>
                </a:lnTo>
                <a:close/>
                <a:moveTo>
                  <a:pt x="110925" y="82971"/>
                </a:moveTo>
                <a:lnTo>
                  <a:pt x="110925" y="82984"/>
                </a:lnTo>
                <a:lnTo>
                  <a:pt x="110931" y="82983"/>
                </a:lnTo>
                <a:lnTo>
                  <a:pt x="110939" y="83281"/>
                </a:lnTo>
                <a:cubicBezTo>
                  <a:pt x="110939" y="83429"/>
                  <a:pt x="110938" y="83577"/>
                  <a:pt x="110921" y="83723"/>
                </a:cubicBezTo>
                <a:cubicBezTo>
                  <a:pt x="110922" y="84539"/>
                  <a:pt x="110890" y="85343"/>
                  <a:pt x="110823" y="86131"/>
                </a:cubicBezTo>
                <a:lnTo>
                  <a:pt x="110816" y="86305"/>
                </a:lnTo>
                <a:cubicBezTo>
                  <a:pt x="110814" y="86305"/>
                  <a:pt x="110812" y="86305"/>
                  <a:pt x="110809" y="86307"/>
                </a:cubicBezTo>
                <a:cubicBezTo>
                  <a:pt x="110149" y="95496"/>
                  <a:pt x="106459" y="102807"/>
                  <a:pt x="101747" y="104354"/>
                </a:cubicBezTo>
                <a:lnTo>
                  <a:pt x="101746" y="104384"/>
                </a:lnTo>
                <a:cubicBezTo>
                  <a:pt x="101676" y="104410"/>
                  <a:pt x="101606" y="104435"/>
                  <a:pt x="101533" y="104424"/>
                </a:cubicBezTo>
                <a:cubicBezTo>
                  <a:pt x="101124" y="104569"/>
                  <a:pt x="100705" y="104646"/>
                  <a:pt x="100280" y="104660"/>
                </a:cubicBezTo>
                <a:lnTo>
                  <a:pt x="100055" y="104702"/>
                </a:lnTo>
                <a:lnTo>
                  <a:pt x="100055" y="104689"/>
                </a:lnTo>
                <a:lnTo>
                  <a:pt x="100048" y="104690"/>
                </a:lnTo>
                <a:cubicBezTo>
                  <a:pt x="100041" y="104591"/>
                  <a:pt x="100041" y="104492"/>
                  <a:pt x="100041" y="104392"/>
                </a:cubicBezTo>
                <a:cubicBezTo>
                  <a:pt x="100041" y="104244"/>
                  <a:pt x="100041" y="104097"/>
                  <a:pt x="100059" y="103950"/>
                </a:cubicBezTo>
                <a:cubicBezTo>
                  <a:pt x="100058" y="103134"/>
                  <a:pt x="100090" y="102330"/>
                  <a:pt x="100157" y="101542"/>
                </a:cubicBezTo>
                <a:lnTo>
                  <a:pt x="100164" y="101368"/>
                </a:lnTo>
                <a:cubicBezTo>
                  <a:pt x="100166" y="101368"/>
                  <a:pt x="100168" y="101368"/>
                  <a:pt x="100170" y="101367"/>
                </a:cubicBezTo>
                <a:cubicBezTo>
                  <a:pt x="100830" y="92178"/>
                  <a:pt x="104521" y="84866"/>
                  <a:pt x="109232" y="83319"/>
                </a:cubicBezTo>
                <a:lnTo>
                  <a:pt x="109234" y="83290"/>
                </a:lnTo>
                <a:cubicBezTo>
                  <a:pt x="109304" y="83263"/>
                  <a:pt x="109374" y="83239"/>
                  <a:pt x="109447" y="83249"/>
                </a:cubicBezTo>
                <a:cubicBezTo>
                  <a:pt x="109856" y="83105"/>
                  <a:pt x="110275" y="83027"/>
                  <a:pt x="110700" y="83013"/>
                </a:cubicBezTo>
                <a:close/>
                <a:moveTo>
                  <a:pt x="88887" y="82971"/>
                </a:moveTo>
                <a:lnTo>
                  <a:pt x="89112" y="83013"/>
                </a:lnTo>
                <a:cubicBezTo>
                  <a:pt x="89537" y="83027"/>
                  <a:pt x="89956" y="83105"/>
                  <a:pt x="90365" y="83249"/>
                </a:cubicBezTo>
                <a:cubicBezTo>
                  <a:pt x="90438" y="83239"/>
                  <a:pt x="90508" y="83263"/>
                  <a:pt x="90578" y="83290"/>
                </a:cubicBezTo>
                <a:lnTo>
                  <a:pt x="90579" y="83319"/>
                </a:lnTo>
                <a:cubicBezTo>
                  <a:pt x="95291" y="84866"/>
                  <a:pt x="98981" y="92178"/>
                  <a:pt x="99641" y="101367"/>
                </a:cubicBezTo>
                <a:cubicBezTo>
                  <a:pt x="99644" y="101368"/>
                  <a:pt x="99646" y="101368"/>
                  <a:pt x="99648" y="101368"/>
                </a:cubicBezTo>
                <a:lnTo>
                  <a:pt x="99655" y="101542"/>
                </a:lnTo>
                <a:cubicBezTo>
                  <a:pt x="99722" y="102330"/>
                  <a:pt x="99754" y="103134"/>
                  <a:pt x="99753" y="103950"/>
                </a:cubicBezTo>
                <a:cubicBezTo>
                  <a:pt x="99770" y="104097"/>
                  <a:pt x="99771" y="104244"/>
                  <a:pt x="99771" y="104392"/>
                </a:cubicBezTo>
                <a:cubicBezTo>
                  <a:pt x="99771" y="104492"/>
                  <a:pt x="99771" y="104591"/>
                  <a:pt x="99763" y="104690"/>
                </a:cubicBezTo>
                <a:lnTo>
                  <a:pt x="99757" y="104689"/>
                </a:lnTo>
                <a:lnTo>
                  <a:pt x="99757" y="104702"/>
                </a:lnTo>
                <a:lnTo>
                  <a:pt x="99532" y="104660"/>
                </a:lnTo>
                <a:cubicBezTo>
                  <a:pt x="99107" y="104646"/>
                  <a:pt x="98688" y="104569"/>
                  <a:pt x="98279" y="104424"/>
                </a:cubicBezTo>
                <a:cubicBezTo>
                  <a:pt x="98206" y="104435"/>
                  <a:pt x="98136" y="104410"/>
                  <a:pt x="98066" y="104384"/>
                </a:cubicBezTo>
                <a:lnTo>
                  <a:pt x="98064" y="104354"/>
                </a:lnTo>
                <a:cubicBezTo>
                  <a:pt x="93353" y="102807"/>
                  <a:pt x="89662" y="95496"/>
                  <a:pt x="89002" y="86307"/>
                </a:cubicBezTo>
                <a:cubicBezTo>
                  <a:pt x="89000" y="86305"/>
                  <a:pt x="88998" y="86305"/>
                  <a:pt x="88996" y="86305"/>
                </a:cubicBezTo>
                <a:lnTo>
                  <a:pt x="88989" y="86131"/>
                </a:lnTo>
                <a:cubicBezTo>
                  <a:pt x="88922" y="85343"/>
                  <a:pt x="88890" y="84539"/>
                  <a:pt x="88891" y="83723"/>
                </a:cubicBezTo>
                <a:cubicBezTo>
                  <a:pt x="88873" y="83577"/>
                  <a:pt x="88873" y="83429"/>
                  <a:pt x="88873" y="83281"/>
                </a:cubicBezTo>
                <a:lnTo>
                  <a:pt x="88880" y="82983"/>
                </a:lnTo>
                <a:lnTo>
                  <a:pt x="88887" y="82984"/>
                </a:lnTo>
                <a:close/>
                <a:moveTo>
                  <a:pt x="88706" y="82971"/>
                </a:moveTo>
                <a:lnTo>
                  <a:pt x="88707" y="82984"/>
                </a:lnTo>
                <a:lnTo>
                  <a:pt x="88713" y="82983"/>
                </a:lnTo>
                <a:lnTo>
                  <a:pt x="88721" y="83281"/>
                </a:lnTo>
                <a:cubicBezTo>
                  <a:pt x="88721" y="83429"/>
                  <a:pt x="88720" y="83577"/>
                  <a:pt x="88703" y="83723"/>
                </a:cubicBezTo>
                <a:cubicBezTo>
                  <a:pt x="88703" y="84539"/>
                  <a:pt x="88671" y="85343"/>
                  <a:pt x="88605" y="86131"/>
                </a:cubicBezTo>
                <a:lnTo>
                  <a:pt x="88598" y="86305"/>
                </a:lnTo>
                <a:cubicBezTo>
                  <a:pt x="88596" y="86305"/>
                  <a:pt x="88593" y="86305"/>
                  <a:pt x="88591" y="86307"/>
                </a:cubicBezTo>
                <a:cubicBezTo>
                  <a:pt x="87931" y="95496"/>
                  <a:pt x="84241" y="102807"/>
                  <a:pt x="79529" y="104354"/>
                </a:cubicBezTo>
                <a:lnTo>
                  <a:pt x="79528" y="104384"/>
                </a:lnTo>
                <a:cubicBezTo>
                  <a:pt x="79458" y="104410"/>
                  <a:pt x="79388" y="104435"/>
                  <a:pt x="79315" y="104424"/>
                </a:cubicBezTo>
                <a:cubicBezTo>
                  <a:pt x="78905" y="104569"/>
                  <a:pt x="78487" y="104646"/>
                  <a:pt x="78062" y="104660"/>
                </a:cubicBezTo>
                <a:lnTo>
                  <a:pt x="77837" y="104702"/>
                </a:lnTo>
                <a:lnTo>
                  <a:pt x="77837" y="104689"/>
                </a:lnTo>
                <a:lnTo>
                  <a:pt x="77830" y="104690"/>
                </a:lnTo>
                <a:cubicBezTo>
                  <a:pt x="77823" y="104591"/>
                  <a:pt x="77822" y="104492"/>
                  <a:pt x="77822" y="104392"/>
                </a:cubicBezTo>
                <a:cubicBezTo>
                  <a:pt x="77822" y="104244"/>
                  <a:pt x="77823" y="104097"/>
                  <a:pt x="77840" y="103950"/>
                </a:cubicBezTo>
                <a:cubicBezTo>
                  <a:pt x="77840" y="103134"/>
                  <a:pt x="77872" y="102330"/>
                  <a:pt x="77938" y="101542"/>
                </a:cubicBezTo>
                <a:lnTo>
                  <a:pt x="77945" y="101368"/>
                </a:lnTo>
                <a:cubicBezTo>
                  <a:pt x="77948" y="101368"/>
                  <a:pt x="77950" y="101368"/>
                  <a:pt x="77952" y="101367"/>
                </a:cubicBezTo>
                <a:cubicBezTo>
                  <a:pt x="78612" y="92178"/>
                  <a:pt x="82302" y="84866"/>
                  <a:pt x="87014" y="83319"/>
                </a:cubicBezTo>
                <a:lnTo>
                  <a:pt x="87016" y="83290"/>
                </a:lnTo>
                <a:cubicBezTo>
                  <a:pt x="87085" y="83263"/>
                  <a:pt x="87155" y="83239"/>
                  <a:pt x="87228" y="83249"/>
                </a:cubicBezTo>
                <a:cubicBezTo>
                  <a:pt x="87638" y="83105"/>
                  <a:pt x="88057" y="83027"/>
                  <a:pt x="88482" y="83013"/>
                </a:cubicBezTo>
                <a:close/>
                <a:moveTo>
                  <a:pt x="66669" y="82971"/>
                </a:moveTo>
                <a:lnTo>
                  <a:pt x="66893" y="83013"/>
                </a:lnTo>
                <a:cubicBezTo>
                  <a:pt x="67319" y="83027"/>
                  <a:pt x="67737" y="83105"/>
                  <a:pt x="68147" y="83249"/>
                </a:cubicBezTo>
                <a:cubicBezTo>
                  <a:pt x="68220" y="83239"/>
                  <a:pt x="68290" y="83263"/>
                  <a:pt x="68360" y="83290"/>
                </a:cubicBezTo>
                <a:lnTo>
                  <a:pt x="68361" y="83319"/>
                </a:lnTo>
                <a:cubicBezTo>
                  <a:pt x="73073" y="84866"/>
                  <a:pt x="76763" y="92178"/>
                  <a:pt x="77423" y="101367"/>
                </a:cubicBezTo>
                <a:cubicBezTo>
                  <a:pt x="77425" y="101368"/>
                  <a:pt x="77428" y="101368"/>
                  <a:pt x="77430" y="101368"/>
                </a:cubicBezTo>
                <a:lnTo>
                  <a:pt x="77437" y="101542"/>
                </a:lnTo>
                <a:cubicBezTo>
                  <a:pt x="77503" y="102330"/>
                  <a:pt x="77536" y="103134"/>
                  <a:pt x="77535" y="103950"/>
                </a:cubicBezTo>
                <a:cubicBezTo>
                  <a:pt x="77552" y="104097"/>
                  <a:pt x="77553" y="104244"/>
                  <a:pt x="77553" y="104392"/>
                </a:cubicBezTo>
                <a:cubicBezTo>
                  <a:pt x="77553" y="104492"/>
                  <a:pt x="77553" y="104591"/>
                  <a:pt x="77545" y="104690"/>
                </a:cubicBezTo>
                <a:lnTo>
                  <a:pt x="77539" y="104689"/>
                </a:lnTo>
                <a:lnTo>
                  <a:pt x="77538" y="104702"/>
                </a:lnTo>
                <a:lnTo>
                  <a:pt x="77314" y="104660"/>
                </a:lnTo>
                <a:cubicBezTo>
                  <a:pt x="76888" y="104646"/>
                  <a:pt x="76470" y="104569"/>
                  <a:pt x="76061" y="104424"/>
                </a:cubicBezTo>
                <a:cubicBezTo>
                  <a:pt x="75987" y="104435"/>
                  <a:pt x="75917" y="104410"/>
                  <a:pt x="75848" y="104384"/>
                </a:cubicBezTo>
                <a:lnTo>
                  <a:pt x="75846" y="104354"/>
                </a:lnTo>
                <a:cubicBezTo>
                  <a:pt x="71134" y="102807"/>
                  <a:pt x="67444" y="95496"/>
                  <a:pt x="66784" y="86307"/>
                </a:cubicBezTo>
                <a:cubicBezTo>
                  <a:pt x="66782" y="86305"/>
                  <a:pt x="66780" y="86305"/>
                  <a:pt x="66777" y="86305"/>
                </a:cubicBezTo>
                <a:lnTo>
                  <a:pt x="66770" y="86131"/>
                </a:lnTo>
                <a:cubicBezTo>
                  <a:pt x="66704" y="85343"/>
                  <a:pt x="66672" y="84539"/>
                  <a:pt x="66672" y="83723"/>
                </a:cubicBezTo>
                <a:cubicBezTo>
                  <a:pt x="66655" y="83577"/>
                  <a:pt x="66654" y="83429"/>
                  <a:pt x="66654" y="83281"/>
                </a:cubicBezTo>
                <a:lnTo>
                  <a:pt x="66662" y="82983"/>
                </a:lnTo>
                <a:lnTo>
                  <a:pt x="66669" y="82984"/>
                </a:lnTo>
                <a:close/>
                <a:moveTo>
                  <a:pt x="66488" y="82971"/>
                </a:moveTo>
                <a:lnTo>
                  <a:pt x="66488" y="82984"/>
                </a:lnTo>
                <a:lnTo>
                  <a:pt x="66495" y="82983"/>
                </a:lnTo>
                <a:lnTo>
                  <a:pt x="66503" y="83281"/>
                </a:lnTo>
                <a:cubicBezTo>
                  <a:pt x="66503" y="83429"/>
                  <a:pt x="66502" y="83577"/>
                  <a:pt x="66485" y="83723"/>
                </a:cubicBezTo>
                <a:cubicBezTo>
                  <a:pt x="66485" y="84539"/>
                  <a:pt x="66453" y="85343"/>
                  <a:pt x="66387" y="86131"/>
                </a:cubicBezTo>
                <a:lnTo>
                  <a:pt x="66380" y="86305"/>
                </a:lnTo>
                <a:cubicBezTo>
                  <a:pt x="66377" y="86305"/>
                  <a:pt x="66375" y="86305"/>
                  <a:pt x="66373" y="86307"/>
                </a:cubicBezTo>
                <a:cubicBezTo>
                  <a:pt x="65713" y="95496"/>
                  <a:pt x="62023" y="102807"/>
                  <a:pt x="57311" y="104354"/>
                </a:cubicBezTo>
                <a:lnTo>
                  <a:pt x="57309" y="104384"/>
                </a:lnTo>
                <a:cubicBezTo>
                  <a:pt x="57240" y="104410"/>
                  <a:pt x="57170" y="104435"/>
                  <a:pt x="57096" y="104424"/>
                </a:cubicBezTo>
                <a:cubicBezTo>
                  <a:pt x="56687" y="104569"/>
                  <a:pt x="56269" y="104646"/>
                  <a:pt x="55843" y="104660"/>
                </a:cubicBezTo>
                <a:lnTo>
                  <a:pt x="55619" y="104702"/>
                </a:lnTo>
                <a:lnTo>
                  <a:pt x="55618" y="104689"/>
                </a:lnTo>
                <a:lnTo>
                  <a:pt x="55612" y="104690"/>
                </a:lnTo>
                <a:cubicBezTo>
                  <a:pt x="55604" y="104591"/>
                  <a:pt x="55604" y="104492"/>
                  <a:pt x="55604" y="104392"/>
                </a:cubicBezTo>
                <a:cubicBezTo>
                  <a:pt x="55604" y="104244"/>
                  <a:pt x="55605" y="104097"/>
                  <a:pt x="55622" y="103950"/>
                </a:cubicBezTo>
                <a:cubicBezTo>
                  <a:pt x="55621" y="103134"/>
                  <a:pt x="55654" y="102330"/>
                  <a:pt x="55720" y="101542"/>
                </a:cubicBezTo>
                <a:lnTo>
                  <a:pt x="55727" y="101368"/>
                </a:lnTo>
                <a:cubicBezTo>
                  <a:pt x="55729" y="101368"/>
                  <a:pt x="55732" y="101368"/>
                  <a:pt x="55734" y="101367"/>
                </a:cubicBezTo>
                <a:cubicBezTo>
                  <a:pt x="56394" y="92178"/>
                  <a:pt x="60084" y="84866"/>
                  <a:pt x="64796" y="83319"/>
                </a:cubicBezTo>
                <a:lnTo>
                  <a:pt x="64797" y="83290"/>
                </a:lnTo>
                <a:cubicBezTo>
                  <a:pt x="64867" y="83263"/>
                  <a:pt x="64937" y="83239"/>
                  <a:pt x="65010" y="83249"/>
                </a:cubicBezTo>
                <a:cubicBezTo>
                  <a:pt x="65420" y="83105"/>
                  <a:pt x="65838" y="83027"/>
                  <a:pt x="66264" y="83013"/>
                </a:cubicBezTo>
                <a:close/>
                <a:moveTo>
                  <a:pt x="44451" y="82971"/>
                </a:moveTo>
                <a:lnTo>
                  <a:pt x="44675" y="83013"/>
                </a:lnTo>
                <a:cubicBezTo>
                  <a:pt x="45100" y="83027"/>
                  <a:pt x="45519" y="83105"/>
                  <a:pt x="45929" y="83249"/>
                </a:cubicBezTo>
                <a:cubicBezTo>
                  <a:pt x="46002" y="83239"/>
                  <a:pt x="46072" y="83263"/>
                  <a:pt x="46141" y="83290"/>
                </a:cubicBezTo>
                <a:lnTo>
                  <a:pt x="46143" y="83319"/>
                </a:lnTo>
                <a:cubicBezTo>
                  <a:pt x="50855" y="84866"/>
                  <a:pt x="54545" y="92178"/>
                  <a:pt x="55205" y="101367"/>
                </a:cubicBezTo>
                <a:cubicBezTo>
                  <a:pt x="55207" y="101368"/>
                  <a:pt x="55209" y="101368"/>
                  <a:pt x="55212" y="101368"/>
                </a:cubicBezTo>
                <a:lnTo>
                  <a:pt x="55219" y="101542"/>
                </a:lnTo>
                <a:cubicBezTo>
                  <a:pt x="55285" y="102330"/>
                  <a:pt x="55317" y="103134"/>
                  <a:pt x="55317" y="103950"/>
                </a:cubicBezTo>
                <a:cubicBezTo>
                  <a:pt x="55334" y="104097"/>
                  <a:pt x="55335" y="104244"/>
                  <a:pt x="55335" y="104392"/>
                </a:cubicBezTo>
                <a:cubicBezTo>
                  <a:pt x="55335" y="104492"/>
                  <a:pt x="55334" y="104591"/>
                  <a:pt x="55327" y="104690"/>
                </a:cubicBezTo>
                <a:lnTo>
                  <a:pt x="55320" y="104689"/>
                </a:lnTo>
                <a:lnTo>
                  <a:pt x="55320" y="104702"/>
                </a:lnTo>
                <a:lnTo>
                  <a:pt x="55095" y="104660"/>
                </a:lnTo>
                <a:cubicBezTo>
                  <a:pt x="54670" y="104646"/>
                  <a:pt x="54252" y="104569"/>
                  <a:pt x="53842" y="104424"/>
                </a:cubicBezTo>
                <a:cubicBezTo>
                  <a:pt x="53769" y="104435"/>
                  <a:pt x="53699" y="104410"/>
                  <a:pt x="53629" y="104384"/>
                </a:cubicBezTo>
                <a:lnTo>
                  <a:pt x="53628" y="104354"/>
                </a:lnTo>
                <a:cubicBezTo>
                  <a:pt x="48916" y="102807"/>
                  <a:pt x="45226" y="95496"/>
                  <a:pt x="44566" y="86307"/>
                </a:cubicBezTo>
                <a:cubicBezTo>
                  <a:pt x="44564" y="86305"/>
                  <a:pt x="44561" y="86305"/>
                  <a:pt x="44559" y="86305"/>
                </a:cubicBezTo>
                <a:lnTo>
                  <a:pt x="44552" y="86131"/>
                </a:lnTo>
                <a:cubicBezTo>
                  <a:pt x="44486" y="85343"/>
                  <a:pt x="44453" y="84539"/>
                  <a:pt x="44454" y="83723"/>
                </a:cubicBezTo>
                <a:cubicBezTo>
                  <a:pt x="44437" y="83577"/>
                  <a:pt x="44436" y="83429"/>
                  <a:pt x="44436" y="83281"/>
                </a:cubicBezTo>
                <a:lnTo>
                  <a:pt x="44444" y="82983"/>
                </a:lnTo>
                <a:lnTo>
                  <a:pt x="44450" y="82984"/>
                </a:lnTo>
                <a:close/>
                <a:moveTo>
                  <a:pt x="44270" y="82971"/>
                </a:moveTo>
                <a:lnTo>
                  <a:pt x="44270" y="82984"/>
                </a:lnTo>
                <a:lnTo>
                  <a:pt x="44277" y="82983"/>
                </a:lnTo>
                <a:lnTo>
                  <a:pt x="44284" y="83281"/>
                </a:lnTo>
                <a:cubicBezTo>
                  <a:pt x="44284" y="83429"/>
                  <a:pt x="44284" y="83577"/>
                  <a:pt x="44266" y="83723"/>
                </a:cubicBezTo>
                <a:cubicBezTo>
                  <a:pt x="44267" y="84539"/>
                  <a:pt x="44235" y="85343"/>
                  <a:pt x="44168" y="86131"/>
                </a:cubicBezTo>
                <a:lnTo>
                  <a:pt x="44161" y="86305"/>
                </a:lnTo>
                <a:cubicBezTo>
                  <a:pt x="44159" y="86305"/>
                  <a:pt x="44157" y="86305"/>
                  <a:pt x="44155" y="86307"/>
                </a:cubicBezTo>
                <a:cubicBezTo>
                  <a:pt x="43494" y="95496"/>
                  <a:pt x="39804" y="102807"/>
                  <a:pt x="35093" y="104354"/>
                </a:cubicBezTo>
                <a:lnTo>
                  <a:pt x="35091" y="104384"/>
                </a:lnTo>
                <a:cubicBezTo>
                  <a:pt x="35021" y="104410"/>
                  <a:pt x="34951" y="104435"/>
                  <a:pt x="34878" y="104424"/>
                </a:cubicBezTo>
                <a:cubicBezTo>
                  <a:pt x="34469" y="104569"/>
                  <a:pt x="34050" y="104646"/>
                  <a:pt x="33625" y="104660"/>
                </a:cubicBezTo>
                <a:lnTo>
                  <a:pt x="33400" y="104702"/>
                </a:lnTo>
                <a:lnTo>
                  <a:pt x="33400" y="104689"/>
                </a:lnTo>
                <a:lnTo>
                  <a:pt x="33394" y="104690"/>
                </a:lnTo>
                <a:cubicBezTo>
                  <a:pt x="33386" y="104591"/>
                  <a:pt x="33386" y="104492"/>
                  <a:pt x="33386" y="104392"/>
                </a:cubicBezTo>
                <a:cubicBezTo>
                  <a:pt x="33386" y="104244"/>
                  <a:pt x="33387" y="104097"/>
                  <a:pt x="33404" y="103950"/>
                </a:cubicBezTo>
                <a:cubicBezTo>
                  <a:pt x="33403" y="103134"/>
                  <a:pt x="33435" y="102330"/>
                  <a:pt x="33502" y="101542"/>
                </a:cubicBezTo>
                <a:lnTo>
                  <a:pt x="33509" y="101368"/>
                </a:lnTo>
                <a:cubicBezTo>
                  <a:pt x="33511" y="101368"/>
                  <a:pt x="33513" y="101368"/>
                  <a:pt x="33515" y="101367"/>
                </a:cubicBezTo>
                <a:cubicBezTo>
                  <a:pt x="34176" y="92178"/>
                  <a:pt x="37866" y="84866"/>
                  <a:pt x="42577" y="83319"/>
                </a:cubicBezTo>
                <a:lnTo>
                  <a:pt x="42579" y="83290"/>
                </a:lnTo>
                <a:cubicBezTo>
                  <a:pt x="42649" y="83263"/>
                  <a:pt x="42719" y="83239"/>
                  <a:pt x="42792" y="83249"/>
                </a:cubicBezTo>
                <a:cubicBezTo>
                  <a:pt x="43201" y="83105"/>
                  <a:pt x="43620" y="83027"/>
                  <a:pt x="44045" y="83013"/>
                </a:cubicBezTo>
                <a:close/>
                <a:moveTo>
                  <a:pt x="22232" y="82971"/>
                </a:moveTo>
                <a:lnTo>
                  <a:pt x="22457" y="83013"/>
                </a:lnTo>
                <a:cubicBezTo>
                  <a:pt x="22882" y="83027"/>
                  <a:pt x="23301" y="83105"/>
                  <a:pt x="23710" y="83249"/>
                </a:cubicBezTo>
                <a:cubicBezTo>
                  <a:pt x="23783" y="83239"/>
                  <a:pt x="23853" y="83263"/>
                  <a:pt x="23923" y="83290"/>
                </a:cubicBezTo>
                <a:lnTo>
                  <a:pt x="23925" y="83319"/>
                </a:lnTo>
                <a:cubicBezTo>
                  <a:pt x="28636" y="84866"/>
                  <a:pt x="32327" y="92178"/>
                  <a:pt x="32987" y="101367"/>
                </a:cubicBezTo>
                <a:cubicBezTo>
                  <a:pt x="32989" y="101368"/>
                  <a:pt x="32991" y="101368"/>
                  <a:pt x="32993" y="101368"/>
                </a:cubicBezTo>
                <a:lnTo>
                  <a:pt x="33000" y="101542"/>
                </a:lnTo>
                <a:cubicBezTo>
                  <a:pt x="33067" y="102330"/>
                  <a:pt x="33099" y="103134"/>
                  <a:pt x="33098" y="103950"/>
                </a:cubicBezTo>
                <a:cubicBezTo>
                  <a:pt x="33116" y="104097"/>
                  <a:pt x="33116" y="104244"/>
                  <a:pt x="33116" y="104392"/>
                </a:cubicBezTo>
                <a:cubicBezTo>
                  <a:pt x="33116" y="104492"/>
                  <a:pt x="33116" y="104591"/>
                  <a:pt x="33109" y="104690"/>
                </a:cubicBezTo>
                <a:lnTo>
                  <a:pt x="33102" y="104689"/>
                </a:lnTo>
                <a:lnTo>
                  <a:pt x="33102" y="104702"/>
                </a:lnTo>
                <a:lnTo>
                  <a:pt x="32877" y="104660"/>
                </a:lnTo>
                <a:cubicBezTo>
                  <a:pt x="32452" y="104646"/>
                  <a:pt x="32033" y="104569"/>
                  <a:pt x="31624" y="104424"/>
                </a:cubicBezTo>
                <a:cubicBezTo>
                  <a:pt x="31551" y="104435"/>
                  <a:pt x="31481" y="104410"/>
                  <a:pt x="31411" y="104384"/>
                </a:cubicBezTo>
                <a:lnTo>
                  <a:pt x="31410" y="104354"/>
                </a:lnTo>
                <a:cubicBezTo>
                  <a:pt x="26698" y="102807"/>
                  <a:pt x="23008" y="95496"/>
                  <a:pt x="22348" y="86307"/>
                </a:cubicBezTo>
                <a:cubicBezTo>
                  <a:pt x="22345" y="86305"/>
                  <a:pt x="22343" y="86305"/>
                  <a:pt x="22341" y="86305"/>
                </a:cubicBezTo>
                <a:lnTo>
                  <a:pt x="22334" y="86131"/>
                </a:lnTo>
                <a:cubicBezTo>
                  <a:pt x="22267" y="85343"/>
                  <a:pt x="22235" y="84539"/>
                  <a:pt x="22236" y="83723"/>
                </a:cubicBezTo>
                <a:cubicBezTo>
                  <a:pt x="22219" y="83577"/>
                  <a:pt x="22218" y="83429"/>
                  <a:pt x="22218" y="83281"/>
                </a:cubicBezTo>
                <a:lnTo>
                  <a:pt x="22226" y="82983"/>
                </a:lnTo>
                <a:lnTo>
                  <a:pt x="22232" y="82984"/>
                </a:lnTo>
                <a:close/>
                <a:moveTo>
                  <a:pt x="22051" y="82971"/>
                </a:moveTo>
                <a:lnTo>
                  <a:pt x="22052" y="82984"/>
                </a:lnTo>
                <a:lnTo>
                  <a:pt x="22058" y="82983"/>
                </a:lnTo>
                <a:lnTo>
                  <a:pt x="22066" y="83281"/>
                </a:lnTo>
                <a:cubicBezTo>
                  <a:pt x="22066" y="83429"/>
                  <a:pt x="22065" y="83577"/>
                  <a:pt x="22048" y="83723"/>
                </a:cubicBezTo>
                <a:cubicBezTo>
                  <a:pt x="22049" y="84539"/>
                  <a:pt x="22016" y="85343"/>
                  <a:pt x="21950" y="86131"/>
                </a:cubicBezTo>
                <a:lnTo>
                  <a:pt x="21943" y="86305"/>
                </a:lnTo>
                <a:cubicBezTo>
                  <a:pt x="21941" y="86305"/>
                  <a:pt x="21939" y="86305"/>
                  <a:pt x="21936" y="86307"/>
                </a:cubicBezTo>
                <a:cubicBezTo>
                  <a:pt x="21276" y="95496"/>
                  <a:pt x="17586" y="102807"/>
                  <a:pt x="12874" y="104354"/>
                </a:cubicBezTo>
                <a:lnTo>
                  <a:pt x="12873" y="104384"/>
                </a:lnTo>
                <a:cubicBezTo>
                  <a:pt x="12803" y="104410"/>
                  <a:pt x="12733" y="104435"/>
                  <a:pt x="12660" y="104424"/>
                </a:cubicBezTo>
                <a:cubicBezTo>
                  <a:pt x="12251" y="104569"/>
                  <a:pt x="11832" y="104646"/>
                  <a:pt x="11407" y="104660"/>
                </a:cubicBezTo>
                <a:lnTo>
                  <a:pt x="11182" y="104702"/>
                </a:lnTo>
                <a:lnTo>
                  <a:pt x="11182" y="104689"/>
                </a:lnTo>
                <a:lnTo>
                  <a:pt x="11175" y="104690"/>
                </a:lnTo>
                <a:cubicBezTo>
                  <a:pt x="11168" y="104591"/>
                  <a:pt x="11167" y="104492"/>
                  <a:pt x="11167" y="104392"/>
                </a:cubicBezTo>
                <a:cubicBezTo>
                  <a:pt x="11167" y="104244"/>
                  <a:pt x="11168" y="104097"/>
                  <a:pt x="11185" y="103950"/>
                </a:cubicBezTo>
                <a:cubicBezTo>
                  <a:pt x="11185" y="103134"/>
                  <a:pt x="11217" y="102330"/>
                  <a:pt x="11283" y="101542"/>
                </a:cubicBezTo>
                <a:lnTo>
                  <a:pt x="11291" y="101368"/>
                </a:lnTo>
                <a:cubicBezTo>
                  <a:pt x="11293" y="101368"/>
                  <a:pt x="11295" y="101368"/>
                  <a:pt x="11297" y="101367"/>
                </a:cubicBezTo>
                <a:cubicBezTo>
                  <a:pt x="11957" y="92178"/>
                  <a:pt x="15647" y="84866"/>
                  <a:pt x="20359" y="83319"/>
                </a:cubicBezTo>
                <a:lnTo>
                  <a:pt x="20361" y="83290"/>
                </a:lnTo>
                <a:cubicBezTo>
                  <a:pt x="20430" y="83263"/>
                  <a:pt x="20500" y="83239"/>
                  <a:pt x="20574" y="83249"/>
                </a:cubicBezTo>
                <a:cubicBezTo>
                  <a:pt x="20983" y="83105"/>
                  <a:pt x="21402" y="83027"/>
                  <a:pt x="21827" y="83013"/>
                </a:cubicBezTo>
                <a:close/>
                <a:moveTo>
                  <a:pt x="14" y="82971"/>
                </a:moveTo>
                <a:lnTo>
                  <a:pt x="239" y="83013"/>
                </a:lnTo>
                <a:cubicBezTo>
                  <a:pt x="664" y="83027"/>
                  <a:pt x="1083" y="83105"/>
                  <a:pt x="1492" y="83249"/>
                </a:cubicBezTo>
                <a:cubicBezTo>
                  <a:pt x="1565" y="83239"/>
                  <a:pt x="1635" y="83263"/>
                  <a:pt x="1705" y="83290"/>
                </a:cubicBezTo>
                <a:lnTo>
                  <a:pt x="1706" y="83319"/>
                </a:lnTo>
                <a:cubicBezTo>
                  <a:pt x="6418" y="84866"/>
                  <a:pt x="10108" y="92178"/>
                  <a:pt x="10768" y="101367"/>
                </a:cubicBezTo>
                <a:cubicBezTo>
                  <a:pt x="10771" y="101368"/>
                  <a:pt x="10773" y="101368"/>
                  <a:pt x="10775" y="101368"/>
                </a:cubicBezTo>
                <a:lnTo>
                  <a:pt x="10782" y="101542"/>
                </a:lnTo>
                <a:cubicBezTo>
                  <a:pt x="10849" y="102330"/>
                  <a:pt x="10881" y="103134"/>
                  <a:pt x="10880" y="103950"/>
                </a:cubicBezTo>
                <a:cubicBezTo>
                  <a:pt x="10897" y="104097"/>
                  <a:pt x="10898" y="104244"/>
                  <a:pt x="10898" y="104392"/>
                </a:cubicBezTo>
                <a:cubicBezTo>
                  <a:pt x="10898" y="104492"/>
                  <a:pt x="10898" y="104591"/>
                  <a:pt x="10890" y="104690"/>
                </a:cubicBezTo>
                <a:lnTo>
                  <a:pt x="10884" y="104689"/>
                </a:lnTo>
                <a:lnTo>
                  <a:pt x="10883" y="104702"/>
                </a:lnTo>
                <a:lnTo>
                  <a:pt x="10659" y="104660"/>
                </a:lnTo>
                <a:cubicBezTo>
                  <a:pt x="10234" y="104646"/>
                  <a:pt x="9815" y="104569"/>
                  <a:pt x="9406" y="104424"/>
                </a:cubicBezTo>
                <a:cubicBezTo>
                  <a:pt x="9332" y="104435"/>
                  <a:pt x="9263" y="104410"/>
                  <a:pt x="9193" y="104384"/>
                </a:cubicBezTo>
                <a:lnTo>
                  <a:pt x="9191" y="104354"/>
                </a:lnTo>
                <a:cubicBezTo>
                  <a:pt x="4479" y="102807"/>
                  <a:pt x="789" y="95496"/>
                  <a:pt x="129" y="86307"/>
                </a:cubicBezTo>
                <a:cubicBezTo>
                  <a:pt x="127" y="86305"/>
                  <a:pt x="125" y="86305"/>
                  <a:pt x="123" y="86305"/>
                </a:cubicBezTo>
                <a:lnTo>
                  <a:pt x="116" y="86131"/>
                </a:lnTo>
                <a:cubicBezTo>
                  <a:pt x="49" y="85343"/>
                  <a:pt x="17" y="84539"/>
                  <a:pt x="17" y="83723"/>
                </a:cubicBezTo>
                <a:cubicBezTo>
                  <a:pt x="0" y="83577"/>
                  <a:pt x="0" y="83429"/>
                  <a:pt x="0" y="83281"/>
                </a:cubicBezTo>
                <a:lnTo>
                  <a:pt x="7" y="82983"/>
                </a:lnTo>
                <a:lnTo>
                  <a:pt x="14" y="82984"/>
                </a:lnTo>
                <a:close/>
                <a:moveTo>
                  <a:pt x="101923" y="64236"/>
                </a:moveTo>
                <a:cubicBezTo>
                  <a:pt x="102623" y="71347"/>
                  <a:pt x="105443" y="76984"/>
                  <a:pt x="109057" y="78537"/>
                </a:cubicBezTo>
                <a:cubicBezTo>
                  <a:pt x="108357" y="71426"/>
                  <a:pt x="105536" y="65789"/>
                  <a:pt x="101923" y="64236"/>
                </a:cubicBezTo>
                <a:close/>
                <a:moveTo>
                  <a:pt x="97889" y="64236"/>
                </a:moveTo>
                <a:cubicBezTo>
                  <a:pt x="94275" y="65789"/>
                  <a:pt x="91455" y="71426"/>
                  <a:pt x="90755" y="78537"/>
                </a:cubicBezTo>
                <a:cubicBezTo>
                  <a:pt x="94368" y="76984"/>
                  <a:pt x="97189" y="71347"/>
                  <a:pt x="97889" y="64236"/>
                </a:cubicBezTo>
                <a:close/>
                <a:moveTo>
                  <a:pt x="79705" y="64236"/>
                </a:moveTo>
                <a:cubicBezTo>
                  <a:pt x="80404" y="71347"/>
                  <a:pt x="83225" y="76984"/>
                  <a:pt x="86839" y="78537"/>
                </a:cubicBezTo>
                <a:cubicBezTo>
                  <a:pt x="86139" y="71426"/>
                  <a:pt x="83318" y="65789"/>
                  <a:pt x="79705" y="64236"/>
                </a:cubicBezTo>
                <a:close/>
                <a:moveTo>
                  <a:pt x="75671" y="64236"/>
                </a:moveTo>
                <a:cubicBezTo>
                  <a:pt x="72057" y="65789"/>
                  <a:pt x="69236" y="71426"/>
                  <a:pt x="68537" y="78537"/>
                </a:cubicBezTo>
                <a:cubicBezTo>
                  <a:pt x="72150" y="76984"/>
                  <a:pt x="74971" y="71347"/>
                  <a:pt x="75671" y="64236"/>
                </a:cubicBezTo>
                <a:close/>
                <a:moveTo>
                  <a:pt x="57486" y="64236"/>
                </a:moveTo>
                <a:cubicBezTo>
                  <a:pt x="58186" y="71347"/>
                  <a:pt x="61007" y="76984"/>
                  <a:pt x="64620" y="78537"/>
                </a:cubicBezTo>
                <a:cubicBezTo>
                  <a:pt x="63921" y="71426"/>
                  <a:pt x="61100" y="65789"/>
                  <a:pt x="57486" y="64236"/>
                </a:cubicBezTo>
                <a:close/>
                <a:moveTo>
                  <a:pt x="53452" y="64236"/>
                </a:moveTo>
                <a:cubicBezTo>
                  <a:pt x="49839" y="65789"/>
                  <a:pt x="47018" y="71426"/>
                  <a:pt x="46318" y="78537"/>
                </a:cubicBezTo>
                <a:cubicBezTo>
                  <a:pt x="49932" y="76984"/>
                  <a:pt x="52753" y="71347"/>
                  <a:pt x="53452" y="64236"/>
                </a:cubicBezTo>
                <a:close/>
                <a:moveTo>
                  <a:pt x="35268" y="64236"/>
                </a:moveTo>
                <a:cubicBezTo>
                  <a:pt x="35968" y="71347"/>
                  <a:pt x="38789" y="76984"/>
                  <a:pt x="42402" y="78537"/>
                </a:cubicBezTo>
                <a:cubicBezTo>
                  <a:pt x="41702" y="71426"/>
                  <a:pt x="38882" y="65789"/>
                  <a:pt x="35268" y="64236"/>
                </a:cubicBezTo>
                <a:close/>
                <a:moveTo>
                  <a:pt x="31234" y="64236"/>
                </a:moveTo>
                <a:cubicBezTo>
                  <a:pt x="27621" y="65789"/>
                  <a:pt x="24800" y="71426"/>
                  <a:pt x="24100" y="78537"/>
                </a:cubicBezTo>
                <a:cubicBezTo>
                  <a:pt x="27714" y="76984"/>
                  <a:pt x="30534" y="71347"/>
                  <a:pt x="31234" y="64236"/>
                </a:cubicBezTo>
                <a:close/>
                <a:moveTo>
                  <a:pt x="13050" y="64236"/>
                </a:moveTo>
                <a:cubicBezTo>
                  <a:pt x="13749" y="71347"/>
                  <a:pt x="16570" y="76984"/>
                  <a:pt x="20184" y="78537"/>
                </a:cubicBezTo>
                <a:cubicBezTo>
                  <a:pt x="19484" y="71426"/>
                  <a:pt x="16663" y="65789"/>
                  <a:pt x="13050" y="64236"/>
                </a:cubicBezTo>
                <a:close/>
                <a:moveTo>
                  <a:pt x="9016" y="64236"/>
                </a:moveTo>
                <a:cubicBezTo>
                  <a:pt x="5402" y="65789"/>
                  <a:pt x="2581" y="71426"/>
                  <a:pt x="1882" y="78537"/>
                </a:cubicBezTo>
                <a:cubicBezTo>
                  <a:pt x="5495" y="76984"/>
                  <a:pt x="8316" y="71347"/>
                  <a:pt x="9016" y="64236"/>
                </a:cubicBezTo>
                <a:close/>
                <a:moveTo>
                  <a:pt x="120000" y="60926"/>
                </a:moveTo>
                <a:lnTo>
                  <a:pt x="120000" y="64299"/>
                </a:lnTo>
                <a:lnTo>
                  <a:pt x="118792" y="65005"/>
                </a:lnTo>
                <a:cubicBezTo>
                  <a:pt x="115822" y="67221"/>
                  <a:pt x="113585" y="72315"/>
                  <a:pt x="112973" y="78537"/>
                </a:cubicBezTo>
                <a:cubicBezTo>
                  <a:pt x="116135" y="77179"/>
                  <a:pt x="118690" y="72692"/>
                  <a:pt x="119748" y="66829"/>
                </a:cubicBezTo>
                <a:lnTo>
                  <a:pt x="120000" y="65013"/>
                </a:lnTo>
                <a:lnTo>
                  <a:pt x="120000" y="73033"/>
                </a:lnTo>
                <a:lnTo>
                  <a:pt x="119945" y="73211"/>
                </a:lnTo>
                <a:cubicBezTo>
                  <a:pt x="118288" y="77769"/>
                  <a:pt x="115743" y="81013"/>
                  <a:pt x="112798" y="81987"/>
                </a:cubicBezTo>
                <a:lnTo>
                  <a:pt x="112796" y="82017"/>
                </a:lnTo>
                <a:cubicBezTo>
                  <a:pt x="112726" y="82044"/>
                  <a:pt x="112657" y="82069"/>
                  <a:pt x="112583" y="82058"/>
                </a:cubicBezTo>
                <a:cubicBezTo>
                  <a:pt x="112174" y="82203"/>
                  <a:pt x="111755" y="82282"/>
                  <a:pt x="111330" y="82295"/>
                </a:cubicBezTo>
                <a:lnTo>
                  <a:pt x="111106" y="82338"/>
                </a:lnTo>
                <a:lnTo>
                  <a:pt x="111105" y="82325"/>
                </a:lnTo>
                <a:lnTo>
                  <a:pt x="111099" y="82326"/>
                </a:lnTo>
                <a:cubicBezTo>
                  <a:pt x="111091" y="82226"/>
                  <a:pt x="111091" y="82126"/>
                  <a:pt x="111091" y="82026"/>
                </a:cubicBezTo>
                <a:cubicBezTo>
                  <a:pt x="111091" y="81877"/>
                  <a:pt x="111092" y="81728"/>
                  <a:pt x="111109" y="81580"/>
                </a:cubicBezTo>
                <a:cubicBezTo>
                  <a:pt x="111108" y="80758"/>
                  <a:pt x="111140" y="79947"/>
                  <a:pt x="111207" y="79153"/>
                </a:cubicBezTo>
                <a:lnTo>
                  <a:pt x="111214" y="78978"/>
                </a:lnTo>
                <a:cubicBezTo>
                  <a:pt x="111216" y="78978"/>
                  <a:pt x="111218" y="78978"/>
                  <a:pt x="111221" y="78976"/>
                </a:cubicBezTo>
                <a:cubicBezTo>
                  <a:pt x="111798" y="70872"/>
                  <a:pt x="114696" y="64217"/>
                  <a:pt x="118568" y="61635"/>
                </a:cubicBezTo>
                <a:close/>
                <a:moveTo>
                  <a:pt x="100055" y="60435"/>
                </a:moveTo>
                <a:lnTo>
                  <a:pt x="100280" y="60478"/>
                </a:lnTo>
                <a:cubicBezTo>
                  <a:pt x="100705" y="60491"/>
                  <a:pt x="101124" y="60570"/>
                  <a:pt x="101533" y="60716"/>
                </a:cubicBezTo>
                <a:cubicBezTo>
                  <a:pt x="101606" y="60705"/>
                  <a:pt x="101676" y="60729"/>
                  <a:pt x="101746" y="60756"/>
                </a:cubicBezTo>
                <a:lnTo>
                  <a:pt x="101747" y="60786"/>
                </a:lnTo>
                <a:cubicBezTo>
                  <a:pt x="106459" y="62345"/>
                  <a:pt x="110149" y="69715"/>
                  <a:pt x="110809" y="78976"/>
                </a:cubicBezTo>
                <a:cubicBezTo>
                  <a:pt x="110812" y="78978"/>
                  <a:pt x="110814" y="78978"/>
                  <a:pt x="110816" y="78978"/>
                </a:cubicBezTo>
                <a:lnTo>
                  <a:pt x="110823" y="79153"/>
                </a:lnTo>
                <a:cubicBezTo>
                  <a:pt x="110890" y="79947"/>
                  <a:pt x="110922" y="80758"/>
                  <a:pt x="110921" y="81580"/>
                </a:cubicBezTo>
                <a:cubicBezTo>
                  <a:pt x="110938" y="81728"/>
                  <a:pt x="110939" y="81877"/>
                  <a:pt x="110939" y="82026"/>
                </a:cubicBezTo>
                <a:cubicBezTo>
                  <a:pt x="110939" y="82126"/>
                  <a:pt x="110939" y="82226"/>
                  <a:pt x="110931" y="82326"/>
                </a:cubicBezTo>
                <a:lnTo>
                  <a:pt x="110925" y="82325"/>
                </a:lnTo>
                <a:lnTo>
                  <a:pt x="110925" y="82338"/>
                </a:lnTo>
                <a:lnTo>
                  <a:pt x="110700" y="82295"/>
                </a:lnTo>
                <a:cubicBezTo>
                  <a:pt x="110275" y="82282"/>
                  <a:pt x="109856" y="82203"/>
                  <a:pt x="109447" y="82058"/>
                </a:cubicBezTo>
                <a:cubicBezTo>
                  <a:pt x="109374" y="82069"/>
                  <a:pt x="109304" y="82044"/>
                  <a:pt x="109234" y="82017"/>
                </a:cubicBezTo>
                <a:lnTo>
                  <a:pt x="109232" y="81987"/>
                </a:lnTo>
                <a:cubicBezTo>
                  <a:pt x="104521" y="80428"/>
                  <a:pt x="100830" y="73059"/>
                  <a:pt x="100170" y="63797"/>
                </a:cubicBezTo>
                <a:cubicBezTo>
                  <a:pt x="100168" y="63796"/>
                  <a:pt x="100166" y="63795"/>
                  <a:pt x="100164" y="63795"/>
                </a:cubicBezTo>
                <a:lnTo>
                  <a:pt x="100157" y="63620"/>
                </a:lnTo>
                <a:cubicBezTo>
                  <a:pt x="100090" y="62826"/>
                  <a:pt x="100058" y="62015"/>
                  <a:pt x="100059" y="61193"/>
                </a:cubicBezTo>
                <a:cubicBezTo>
                  <a:pt x="100041" y="61045"/>
                  <a:pt x="100041" y="60896"/>
                  <a:pt x="100041" y="60747"/>
                </a:cubicBezTo>
                <a:lnTo>
                  <a:pt x="100048" y="60447"/>
                </a:lnTo>
                <a:lnTo>
                  <a:pt x="100055" y="60448"/>
                </a:lnTo>
                <a:close/>
                <a:moveTo>
                  <a:pt x="99757" y="60435"/>
                </a:moveTo>
                <a:lnTo>
                  <a:pt x="99757" y="60448"/>
                </a:lnTo>
                <a:lnTo>
                  <a:pt x="99763" y="60447"/>
                </a:lnTo>
                <a:lnTo>
                  <a:pt x="99771" y="60747"/>
                </a:lnTo>
                <a:cubicBezTo>
                  <a:pt x="99771" y="60896"/>
                  <a:pt x="99770" y="61045"/>
                  <a:pt x="99753" y="61193"/>
                </a:cubicBezTo>
                <a:cubicBezTo>
                  <a:pt x="99754" y="62015"/>
                  <a:pt x="99722" y="62826"/>
                  <a:pt x="99655" y="63620"/>
                </a:cubicBezTo>
                <a:lnTo>
                  <a:pt x="99648" y="63795"/>
                </a:lnTo>
                <a:cubicBezTo>
                  <a:pt x="99646" y="63795"/>
                  <a:pt x="99644" y="63796"/>
                  <a:pt x="99641" y="63797"/>
                </a:cubicBezTo>
                <a:cubicBezTo>
                  <a:pt x="98981" y="73059"/>
                  <a:pt x="95291" y="80428"/>
                  <a:pt x="90579" y="81987"/>
                </a:cubicBezTo>
                <a:lnTo>
                  <a:pt x="90578" y="82017"/>
                </a:lnTo>
                <a:cubicBezTo>
                  <a:pt x="90508" y="82044"/>
                  <a:pt x="90438" y="82069"/>
                  <a:pt x="90365" y="82058"/>
                </a:cubicBezTo>
                <a:cubicBezTo>
                  <a:pt x="89956" y="82203"/>
                  <a:pt x="89537" y="82282"/>
                  <a:pt x="89112" y="82295"/>
                </a:cubicBezTo>
                <a:lnTo>
                  <a:pt x="88887" y="82338"/>
                </a:lnTo>
                <a:lnTo>
                  <a:pt x="88887" y="82325"/>
                </a:lnTo>
                <a:lnTo>
                  <a:pt x="88880" y="82326"/>
                </a:lnTo>
                <a:cubicBezTo>
                  <a:pt x="88873" y="82226"/>
                  <a:pt x="88873" y="82126"/>
                  <a:pt x="88873" y="82026"/>
                </a:cubicBezTo>
                <a:cubicBezTo>
                  <a:pt x="88873" y="81877"/>
                  <a:pt x="88873" y="81728"/>
                  <a:pt x="88891" y="81580"/>
                </a:cubicBezTo>
                <a:cubicBezTo>
                  <a:pt x="88890" y="80758"/>
                  <a:pt x="88922" y="79947"/>
                  <a:pt x="88989" y="79153"/>
                </a:cubicBezTo>
                <a:lnTo>
                  <a:pt x="88996" y="78978"/>
                </a:lnTo>
                <a:cubicBezTo>
                  <a:pt x="88998" y="78978"/>
                  <a:pt x="89000" y="78978"/>
                  <a:pt x="89002" y="78976"/>
                </a:cubicBezTo>
                <a:cubicBezTo>
                  <a:pt x="89662" y="69715"/>
                  <a:pt x="93353" y="62345"/>
                  <a:pt x="98064" y="60786"/>
                </a:cubicBezTo>
                <a:lnTo>
                  <a:pt x="98066" y="60756"/>
                </a:lnTo>
                <a:cubicBezTo>
                  <a:pt x="98136" y="60729"/>
                  <a:pt x="98206" y="60705"/>
                  <a:pt x="98279" y="60716"/>
                </a:cubicBezTo>
                <a:cubicBezTo>
                  <a:pt x="98688" y="60570"/>
                  <a:pt x="99107" y="60491"/>
                  <a:pt x="99532" y="60478"/>
                </a:cubicBezTo>
                <a:close/>
                <a:moveTo>
                  <a:pt x="77837" y="60435"/>
                </a:moveTo>
                <a:lnTo>
                  <a:pt x="78061" y="60478"/>
                </a:lnTo>
                <a:cubicBezTo>
                  <a:pt x="78487" y="60491"/>
                  <a:pt x="78905" y="60570"/>
                  <a:pt x="79315" y="60716"/>
                </a:cubicBezTo>
                <a:cubicBezTo>
                  <a:pt x="79388" y="60705"/>
                  <a:pt x="79458" y="60729"/>
                  <a:pt x="79528" y="60756"/>
                </a:cubicBezTo>
                <a:lnTo>
                  <a:pt x="79529" y="60786"/>
                </a:lnTo>
                <a:cubicBezTo>
                  <a:pt x="84241" y="62345"/>
                  <a:pt x="87931" y="69715"/>
                  <a:pt x="88591" y="78976"/>
                </a:cubicBezTo>
                <a:cubicBezTo>
                  <a:pt x="88593" y="78978"/>
                  <a:pt x="88596" y="78978"/>
                  <a:pt x="88598" y="78978"/>
                </a:cubicBezTo>
                <a:lnTo>
                  <a:pt x="88605" y="79153"/>
                </a:lnTo>
                <a:cubicBezTo>
                  <a:pt x="88671" y="79947"/>
                  <a:pt x="88704" y="80758"/>
                  <a:pt x="88703" y="81580"/>
                </a:cubicBezTo>
                <a:cubicBezTo>
                  <a:pt x="88720" y="81728"/>
                  <a:pt x="88721" y="81877"/>
                  <a:pt x="88721" y="82026"/>
                </a:cubicBezTo>
                <a:cubicBezTo>
                  <a:pt x="88721" y="82126"/>
                  <a:pt x="88721" y="82226"/>
                  <a:pt x="88713" y="82326"/>
                </a:cubicBezTo>
                <a:lnTo>
                  <a:pt x="88707" y="82325"/>
                </a:lnTo>
                <a:lnTo>
                  <a:pt x="88706" y="82338"/>
                </a:lnTo>
                <a:lnTo>
                  <a:pt x="88482" y="82295"/>
                </a:lnTo>
                <a:cubicBezTo>
                  <a:pt x="88056" y="82282"/>
                  <a:pt x="87638" y="82203"/>
                  <a:pt x="87229" y="82058"/>
                </a:cubicBezTo>
                <a:cubicBezTo>
                  <a:pt x="87155" y="82069"/>
                  <a:pt x="87085" y="82044"/>
                  <a:pt x="87016" y="82017"/>
                </a:cubicBezTo>
                <a:lnTo>
                  <a:pt x="87014" y="81987"/>
                </a:lnTo>
                <a:cubicBezTo>
                  <a:pt x="82302" y="80428"/>
                  <a:pt x="78612" y="73059"/>
                  <a:pt x="77952" y="63797"/>
                </a:cubicBezTo>
                <a:cubicBezTo>
                  <a:pt x="77950" y="63796"/>
                  <a:pt x="77948" y="63795"/>
                  <a:pt x="77945" y="63795"/>
                </a:cubicBezTo>
                <a:lnTo>
                  <a:pt x="77938" y="63620"/>
                </a:lnTo>
                <a:cubicBezTo>
                  <a:pt x="77872" y="62826"/>
                  <a:pt x="77840" y="62015"/>
                  <a:pt x="77840" y="61193"/>
                </a:cubicBezTo>
                <a:cubicBezTo>
                  <a:pt x="77823" y="61045"/>
                  <a:pt x="77822" y="60896"/>
                  <a:pt x="77822" y="60747"/>
                </a:cubicBezTo>
                <a:lnTo>
                  <a:pt x="77830" y="60447"/>
                </a:lnTo>
                <a:lnTo>
                  <a:pt x="77837" y="60448"/>
                </a:lnTo>
                <a:close/>
                <a:moveTo>
                  <a:pt x="77538" y="60435"/>
                </a:moveTo>
                <a:lnTo>
                  <a:pt x="77539" y="60448"/>
                </a:lnTo>
                <a:lnTo>
                  <a:pt x="77545" y="60447"/>
                </a:lnTo>
                <a:lnTo>
                  <a:pt x="77553" y="60747"/>
                </a:lnTo>
                <a:cubicBezTo>
                  <a:pt x="77553" y="60896"/>
                  <a:pt x="77552" y="61045"/>
                  <a:pt x="77535" y="61193"/>
                </a:cubicBezTo>
                <a:cubicBezTo>
                  <a:pt x="77536" y="62015"/>
                  <a:pt x="77503" y="62826"/>
                  <a:pt x="77437" y="63620"/>
                </a:cubicBezTo>
                <a:lnTo>
                  <a:pt x="77430" y="63795"/>
                </a:lnTo>
                <a:cubicBezTo>
                  <a:pt x="77428" y="63795"/>
                  <a:pt x="77425" y="63796"/>
                  <a:pt x="77423" y="63797"/>
                </a:cubicBezTo>
                <a:cubicBezTo>
                  <a:pt x="76763" y="73059"/>
                  <a:pt x="73073" y="80428"/>
                  <a:pt x="68361" y="81987"/>
                </a:cubicBezTo>
                <a:lnTo>
                  <a:pt x="68360" y="82017"/>
                </a:lnTo>
                <a:cubicBezTo>
                  <a:pt x="68290" y="82044"/>
                  <a:pt x="68220" y="82069"/>
                  <a:pt x="68147" y="82058"/>
                </a:cubicBezTo>
                <a:cubicBezTo>
                  <a:pt x="67737" y="82203"/>
                  <a:pt x="67319" y="82282"/>
                  <a:pt x="66894" y="82295"/>
                </a:cubicBezTo>
                <a:lnTo>
                  <a:pt x="66669" y="82338"/>
                </a:lnTo>
                <a:lnTo>
                  <a:pt x="66669" y="82325"/>
                </a:lnTo>
                <a:lnTo>
                  <a:pt x="66662" y="82326"/>
                </a:lnTo>
                <a:cubicBezTo>
                  <a:pt x="66655" y="82226"/>
                  <a:pt x="66654" y="82126"/>
                  <a:pt x="66654" y="82026"/>
                </a:cubicBezTo>
                <a:cubicBezTo>
                  <a:pt x="66654" y="81877"/>
                  <a:pt x="66655" y="81728"/>
                  <a:pt x="66672" y="81580"/>
                </a:cubicBezTo>
                <a:cubicBezTo>
                  <a:pt x="66672" y="80758"/>
                  <a:pt x="66704" y="79947"/>
                  <a:pt x="66770" y="79153"/>
                </a:cubicBezTo>
                <a:lnTo>
                  <a:pt x="66777" y="78978"/>
                </a:lnTo>
                <a:cubicBezTo>
                  <a:pt x="66780" y="78978"/>
                  <a:pt x="66782" y="78978"/>
                  <a:pt x="66784" y="78976"/>
                </a:cubicBezTo>
                <a:cubicBezTo>
                  <a:pt x="67444" y="69715"/>
                  <a:pt x="71134" y="62345"/>
                  <a:pt x="75846" y="60786"/>
                </a:cubicBezTo>
                <a:lnTo>
                  <a:pt x="75848" y="60756"/>
                </a:lnTo>
                <a:cubicBezTo>
                  <a:pt x="75917" y="60729"/>
                  <a:pt x="75987" y="60705"/>
                  <a:pt x="76060" y="60716"/>
                </a:cubicBezTo>
                <a:cubicBezTo>
                  <a:pt x="76470" y="60570"/>
                  <a:pt x="76889" y="60491"/>
                  <a:pt x="77314" y="60478"/>
                </a:cubicBezTo>
                <a:close/>
                <a:moveTo>
                  <a:pt x="55619" y="60435"/>
                </a:moveTo>
                <a:lnTo>
                  <a:pt x="55843" y="60478"/>
                </a:lnTo>
                <a:cubicBezTo>
                  <a:pt x="56268" y="60491"/>
                  <a:pt x="56687" y="60570"/>
                  <a:pt x="57097" y="60716"/>
                </a:cubicBezTo>
                <a:cubicBezTo>
                  <a:pt x="57170" y="60705"/>
                  <a:pt x="57240" y="60729"/>
                  <a:pt x="57309" y="60756"/>
                </a:cubicBezTo>
                <a:lnTo>
                  <a:pt x="57311" y="60786"/>
                </a:lnTo>
                <a:cubicBezTo>
                  <a:pt x="62023" y="62345"/>
                  <a:pt x="65713" y="69715"/>
                  <a:pt x="66373" y="78976"/>
                </a:cubicBezTo>
                <a:cubicBezTo>
                  <a:pt x="66375" y="78978"/>
                  <a:pt x="66377" y="78978"/>
                  <a:pt x="66380" y="78978"/>
                </a:cubicBezTo>
                <a:lnTo>
                  <a:pt x="66387" y="79153"/>
                </a:lnTo>
                <a:cubicBezTo>
                  <a:pt x="66453" y="79947"/>
                  <a:pt x="66485" y="80758"/>
                  <a:pt x="66485" y="81580"/>
                </a:cubicBezTo>
                <a:cubicBezTo>
                  <a:pt x="66502" y="81728"/>
                  <a:pt x="66503" y="81877"/>
                  <a:pt x="66503" y="82026"/>
                </a:cubicBezTo>
                <a:cubicBezTo>
                  <a:pt x="66503" y="82126"/>
                  <a:pt x="66502" y="82226"/>
                  <a:pt x="66495" y="82326"/>
                </a:cubicBezTo>
                <a:lnTo>
                  <a:pt x="66488" y="82325"/>
                </a:lnTo>
                <a:lnTo>
                  <a:pt x="66488" y="82338"/>
                </a:lnTo>
                <a:lnTo>
                  <a:pt x="66263" y="82295"/>
                </a:lnTo>
                <a:cubicBezTo>
                  <a:pt x="65838" y="82282"/>
                  <a:pt x="65420" y="82203"/>
                  <a:pt x="65010" y="82058"/>
                </a:cubicBezTo>
                <a:cubicBezTo>
                  <a:pt x="64937" y="82069"/>
                  <a:pt x="64867" y="82044"/>
                  <a:pt x="64797" y="82017"/>
                </a:cubicBezTo>
                <a:lnTo>
                  <a:pt x="64796" y="81987"/>
                </a:lnTo>
                <a:cubicBezTo>
                  <a:pt x="60084" y="80428"/>
                  <a:pt x="56394" y="73059"/>
                  <a:pt x="55734" y="63797"/>
                </a:cubicBezTo>
                <a:cubicBezTo>
                  <a:pt x="55732" y="63796"/>
                  <a:pt x="55729" y="63795"/>
                  <a:pt x="55727" y="63795"/>
                </a:cubicBezTo>
                <a:lnTo>
                  <a:pt x="55720" y="63620"/>
                </a:lnTo>
                <a:cubicBezTo>
                  <a:pt x="55654" y="62826"/>
                  <a:pt x="55621" y="62015"/>
                  <a:pt x="55622" y="61193"/>
                </a:cubicBezTo>
                <a:cubicBezTo>
                  <a:pt x="55605" y="61045"/>
                  <a:pt x="55604" y="60896"/>
                  <a:pt x="55604" y="60747"/>
                </a:cubicBezTo>
                <a:lnTo>
                  <a:pt x="55612" y="60447"/>
                </a:lnTo>
                <a:lnTo>
                  <a:pt x="55618" y="60448"/>
                </a:lnTo>
                <a:close/>
                <a:moveTo>
                  <a:pt x="55320" y="60435"/>
                </a:moveTo>
                <a:lnTo>
                  <a:pt x="55320" y="60448"/>
                </a:lnTo>
                <a:lnTo>
                  <a:pt x="55327" y="60447"/>
                </a:lnTo>
                <a:lnTo>
                  <a:pt x="55335" y="60747"/>
                </a:lnTo>
                <a:cubicBezTo>
                  <a:pt x="55335" y="60896"/>
                  <a:pt x="55334" y="61045"/>
                  <a:pt x="55317" y="61193"/>
                </a:cubicBezTo>
                <a:cubicBezTo>
                  <a:pt x="55317" y="62015"/>
                  <a:pt x="55285" y="62826"/>
                  <a:pt x="55219" y="63620"/>
                </a:cubicBezTo>
                <a:lnTo>
                  <a:pt x="55212" y="63795"/>
                </a:lnTo>
                <a:cubicBezTo>
                  <a:pt x="55209" y="63795"/>
                  <a:pt x="55207" y="63796"/>
                  <a:pt x="55205" y="63797"/>
                </a:cubicBezTo>
                <a:cubicBezTo>
                  <a:pt x="54545" y="73059"/>
                  <a:pt x="50855" y="80428"/>
                  <a:pt x="46143" y="81987"/>
                </a:cubicBezTo>
                <a:lnTo>
                  <a:pt x="46141" y="82017"/>
                </a:lnTo>
                <a:cubicBezTo>
                  <a:pt x="46072" y="82044"/>
                  <a:pt x="46002" y="82069"/>
                  <a:pt x="45928" y="82058"/>
                </a:cubicBezTo>
                <a:cubicBezTo>
                  <a:pt x="45519" y="82203"/>
                  <a:pt x="45101" y="82282"/>
                  <a:pt x="44675" y="82295"/>
                </a:cubicBezTo>
                <a:lnTo>
                  <a:pt x="44451" y="82338"/>
                </a:lnTo>
                <a:lnTo>
                  <a:pt x="44450" y="82325"/>
                </a:lnTo>
                <a:lnTo>
                  <a:pt x="44444" y="82326"/>
                </a:lnTo>
                <a:cubicBezTo>
                  <a:pt x="44436" y="82226"/>
                  <a:pt x="44436" y="82126"/>
                  <a:pt x="44436" y="82026"/>
                </a:cubicBezTo>
                <a:cubicBezTo>
                  <a:pt x="44436" y="81877"/>
                  <a:pt x="44437" y="81728"/>
                  <a:pt x="44454" y="81580"/>
                </a:cubicBezTo>
                <a:cubicBezTo>
                  <a:pt x="44453" y="80758"/>
                  <a:pt x="44486" y="79947"/>
                  <a:pt x="44552" y="79153"/>
                </a:cubicBezTo>
                <a:lnTo>
                  <a:pt x="44559" y="78978"/>
                </a:lnTo>
                <a:cubicBezTo>
                  <a:pt x="44561" y="78978"/>
                  <a:pt x="44564" y="78978"/>
                  <a:pt x="44566" y="78976"/>
                </a:cubicBezTo>
                <a:cubicBezTo>
                  <a:pt x="45226" y="69715"/>
                  <a:pt x="48916" y="62345"/>
                  <a:pt x="53628" y="60786"/>
                </a:cubicBezTo>
                <a:lnTo>
                  <a:pt x="53629" y="60756"/>
                </a:lnTo>
                <a:cubicBezTo>
                  <a:pt x="53699" y="60729"/>
                  <a:pt x="53769" y="60705"/>
                  <a:pt x="53842" y="60716"/>
                </a:cubicBezTo>
                <a:cubicBezTo>
                  <a:pt x="54252" y="60570"/>
                  <a:pt x="54670" y="60491"/>
                  <a:pt x="55096" y="60478"/>
                </a:cubicBezTo>
                <a:close/>
                <a:moveTo>
                  <a:pt x="33400" y="60435"/>
                </a:moveTo>
                <a:lnTo>
                  <a:pt x="33625" y="60478"/>
                </a:lnTo>
                <a:cubicBezTo>
                  <a:pt x="34050" y="60491"/>
                  <a:pt x="34469" y="60570"/>
                  <a:pt x="34878" y="60716"/>
                </a:cubicBezTo>
                <a:cubicBezTo>
                  <a:pt x="34951" y="60705"/>
                  <a:pt x="35021" y="60729"/>
                  <a:pt x="35091" y="60756"/>
                </a:cubicBezTo>
                <a:lnTo>
                  <a:pt x="35093" y="60786"/>
                </a:lnTo>
                <a:cubicBezTo>
                  <a:pt x="39804" y="62345"/>
                  <a:pt x="43495" y="69715"/>
                  <a:pt x="44155" y="78976"/>
                </a:cubicBezTo>
                <a:cubicBezTo>
                  <a:pt x="44157" y="78978"/>
                  <a:pt x="44159" y="78978"/>
                  <a:pt x="44161" y="78978"/>
                </a:cubicBezTo>
                <a:lnTo>
                  <a:pt x="44168" y="79153"/>
                </a:lnTo>
                <a:cubicBezTo>
                  <a:pt x="44235" y="79947"/>
                  <a:pt x="44267" y="80758"/>
                  <a:pt x="44266" y="81580"/>
                </a:cubicBezTo>
                <a:cubicBezTo>
                  <a:pt x="44284" y="81728"/>
                  <a:pt x="44284" y="81877"/>
                  <a:pt x="44284" y="82026"/>
                </a:cubicBezTo>
                <a:cubicBezTo>
                  <a:pt x="44284" y="82126"/>
                  <a:pt x="44284" y="82226"/>
                  <a:pt x="44277" y="82326"/>
                </a:cubicBezTo>
                <a:lnTo>
                  <a:pt x="44270" y="82325"/>
                </a:lnTo>
                <a:lnTo>
                  <a:pt x="44270" y="82338"/>
                </a:lnTo>
                <a:lnTo>
                  <a:pt x="44045" y="82295"/>
                </a:lnTo>
                <a:cubicBezTo>
                  <a:pt x="43620" y="82282"/>
                  <a:pt x="43201" y="82203"/>
                  <a:pt x="42792" y="82058"/>
                </a:cubicBezTo>
                <a:cubicBezTo>
                  <a:pt x="42719" y="82069"/>
                  <a:pt x="42649" y="82044"/>
                  <a:pt x="42579" y="82017"/>
                </a:cubicBezTo>
                <a:lnTo>
                  <a:pt x="42578" y="81987"/>
                </a:lnTo>
                <a:cubicBezTo>
                  <a:pt x="37866" y="80428"/>
                  <a:pt x="34176" y="73059"/>
                  <a:pt x="33516" y="63797"/>
                </a:cubicBezTo>
                <a:cubicBezTo>
                  <a:pt x="33513" y="63796"/>
                  <a:pt x="33511" y="63795"/>
                  <a:pt x="33509" y="63795"/>
                </a:cubicBezTo>
                <a:lnTo>
                  <a:pt x="33502" y="63620"/>
                </a:lnTo>
                <a:cubicBezTo>
                  <a:pt x="33435" y="62826"/>
                  <a:pt x="33403" y="62015"/>
                  <a:pt x="33404" y="61193"/>
                </a:cubicBezTo>
                <a:cubicBezTo>
                  <a:pt x="33387" y="61045"/>
                  <a:pt x="33386" y="60896"/>
                  <a:pt x="33386" y="60747"/>
                </a:cubicBezTo>
                <a:lnTo>
                  <a:pt x="33394" y="60447"/>
                </a:lnTo>
                <a:lnTo>
                  <a:pt x="33400" y="60448"/>
                </a:lnTo>
                <a:close/>
                <a:moveTo>
                  <a:pt x="33102" y="60435"/>
                </a:moveTo>
                <a:lnTo>
                  <a:pt x="33102" y="60448"/>
                </a:lnTo>
                <a:lnTo>
                  <a:pt x="33109" y="60447"/>
                </a:lnTo>
                <a:lnTo>
                  <a:pt x="33116" y="60747"/>
                </a:lnTo>
                <a:cubicBezTo>
                  <a:pt x="33116" y="60896"/>
                  <a:pt x="33116" y="61045"/>
                  <a:pt x="33098" y="61193"/>
                </a:cubicBezTo>
                <a:cubicBezTo>
                  <a:pt x="33099" y="62015"/>
                  <a:pt x="33067" y="62826"/>
                  <a:pt x="33000" y="63620"/>
                </a:cubicBezTo>
                <a:lnTo>
                  <a:pt x="32993" y="63795"/>
                </a:lnTo>
                <a:cubicBezTo>
                  <a:pt x="32991" y="63795"/>
                  <a:pt x="32989" y="63796"/>
                  <a:pt x="32987" y="63797"/>
                </a:cubicBezTo>
                <a:cubicBezTo>
                  <a:pt x="32327" y="73059"/>
                  <a:pt x="28636" y="80428"/>
                  <a:pt x="23925" y="81987"/>
                </a:cubicBezTo>
                <a:lnTo>
                  <a:pt x="23923" y="82017"/>
                </a:lnTo>
                <a:cubicBezTo>
                  <a:pt x="23853" y="82044"/>
                  <a:pt x="23783" y="82069"/>
                  <a:pt x="23710" y="82058"/>
                </a:cubicBezTo>
                <a:cubicBezTo>
                  <a:pt x="23301" y="82203"/>
                  <a:pt x="22882" y="82282"/>
                  <a:pt x="22457" y="82295"/>
                </a:cubicBezTo>
                <a:lnTo>
                  <a:pt x="22232" y="82338"/>
                </a:lnTo>
                <a:lnTo>
                  <a:pt x="22232" y="82325"/>
                </a:lnTo>
                <a:lnTo>
                  <a:pt x="22226" y="82326"/>
                </a:lnTo>
                <a:cubicBezTo>
                  <a:pt x="22218" y="82226"/>
                  <a:pt x="22218" y="82126"/>
                  <a:pt x="22218" y="82026"/>
                </a:cubicBezTo>
                <a:cubicBezTo>
                  <a:pt x="22218" y="81877"/>
                  <a:pt x="22219" y="81728"/>
                  <a:pt x="22236" y="81580"/>
                </a:cubicBezTo>
                <a:cubicBezTo>
                  <a:pt x="22235" y="80758"/>
                  <a:pt x="22267" y="79947"/>
                  <a:pt x="22334" y="79153"/>
                </a:cubicBezTo>
                <a:lnTo>
                  <a:pt x="22341" y="78978"/>
                </a:lnTo>
                <a:cubicBezTo>
                  <a:pt x="22343" y="78978"/>
                  <a:pt x="22345" y="78978"/>
                  <a:pt x="22348" y="78976"/>
                </a:cubicBezTo>
                <a:cubicBezTo>
                  <a:pt x="23008" y="69715"/>
                  <a:pt x="26698" y="62345"/>
                  <a:pt x="31410" y="60786"/>
                </a:cubicBezTo>
                <a:lnTo>
                  <a:pt x="31411" y="60756"/>
                </a:lnTo>
                <a:cubicBezTo>
                  <a:pt x="31481" y="60729"/>
                  <a:pt x="31551" y="60705"/>
                  <a:pt x="31624" y="60716"/>
                </a:cubicBezTo>
                <a:cubicBezTo>
                  <a:pt x="32033" y="60570"/>
                  <a:pt x="32452" y="60491"/>
                  <a:pt x="32877" y="60478"/>
                </a:cubicBezTo>
                <a:close/>
                <a:moveTo>
                  <a:pt x="11182" y="60435"/>
                </a:moveTo>
                <a:lnTo>
                  <a:pt x="11407" y="60478"/>
                </a:lnTo>
                <a:cubicBezTo>
                  <a:pt x="11832" y="60491"/>
                  <a:pt x="12251" y="60570"/>
                  <a:pt x="12660" y="60716"/>
                </a:cubicBezTo>
                <a:cubicBezTo>
                  <a:pt x="12733" y="60705"/>
                  <a:pt x="12803" y="60729"/>
                  <a:pt x="12873" y="60756"/>
                </a:cubicBezTo>
                <a:lnTo>
                  <a:pt x="12874" y="60786"/>
                </a:lnTo>
                <a:cubicBezTo>
                  <a:pt x="17586" y="62345"/>
                  <a:pt x="21276" y="69715"/>
                  <a:pt x="21936" y="78976"/>
                </a:cubicBezTo>
                <a:cubicBezTo>
                  <a:pt x="21939" y="78978"/>
                  <a:pt x="21941" y="78978"/>
                  <a:pt x="21943" y="78978"/>
                </a:cubicBezTo>
                <a:lnTo>
                  <a:pt x="21950" y="79153"/>
                </a:lnTo>
                <a:cubicBezTo>
                  <a:pt x="22017" y="79947"/>
                  <a:pt x="22049" y="80758"/>
                  <a:pt x="22048" y="81580"/>
                </a:cubicBezTo>
                <a:cubicBezTo>
                  <a:pt x="22065" y="81728"/>
                  <a:pt x="22066" y="81877"/>
                  <a:pt x="22066" y="82026"/>
                </a:cubicBezTo>
                <a:cubicBezTo>
                  <a:pt x="22066" y="82126"/>
                  <a:pt x="22066" y="82226"/>
                  <a:pt x="22058" y="82326"/>
                </a:cubicBezTo>
                <a:lnTo>
                  <a:pt x="22052" y="82325"/>
                </a:lnTo>
                <a:lnTo>
                  <a:pt x="22051" y="82338"/>
                </a:lnTo>
                <a:lnTo>
                  <a:pt x="21827" y="82295"/>
                </a:lnTo>
                <a:cubicBezTo>
                  <a:pt x="21402" y="82282"/>
                  <a:pt x="20983" y="82203"/>
                  <a:pt x="20574" y="82058"/>
                </a:cubicBezTo>
                <a:cubicBezTo>
                  <a:pt x="20500" y="82069"/>
                  <a:pt x="20431" y="82044"/>
                  <a:pt x="20361" y="82017"/>
                </a:cubicBezTo>
                <a:lnTo>
                  <a:pt x="20359" y="81987"/>
                </a:lnTo>
                <a:cubicBezTo>
                  <a:pt x="15647" y="80428"/>
                  <a:pt x="11957" y="73059"/>
                  <a:pt x="11297" y="63797"/>
                </a:cubicBezTo>
                <a:cubicBezTo>
                  <a:pt x="11295" y="63796"/>
                  <a:pt x="11293" y="63795"/>
                  <a:pt x="11291" y="63795"/>
                </a:cubicBezTo>
                <a:lnTo>
                  <a:pt x="11284" y="63620"/>
                </a:lnTo>
                <a:cubicBezTo>
                  <a:pt x="11217" y="62826"/>
                  <a:pt x="11185" y="62015"/>
                  <a:pt x="11185" y="61193"/>
                </a:cubicBezTo>
                <a:cubicBezTo>
                  <a:pt x="11168" y="61045"/>
                  <a:pt x="11167" y="60896"/>
                  <a:pt x="11167" y="60747"/>
                </a:cubicBezTo>
                <a:lnTo>
                  <a:pt x="11175" y="60447"/>
                </a:lnTo>
                <a:lnTo>
                  <a:pt x="11182" y="60448"/>
                </a:lnTo>
                <a:close/>
                <a:moveTo>
                  <a:pt x="10883" y="60435"/>
                </a:moveTo>
                <a:lnTo>
                  <a:pt x="10884" y="60448"/>
                </a:lnTo>
                <a:lnTo>
                  <a:pt x="10890" y="60447"/>
                </a:lnTo>
                <a:lnTo>
                  <a:pt x="10898" y="60747"/>
                </a:lnTo>
                <a:cubicBezTo>
                  <a:pt x="10898" y="60896"/>
                  <a:pt x="10897" y="61045"/>
                  <a:pt x="10880" y="61193"/>
                </a:cubicBezTo>
                <a:cubicBezTo>
                  <a:pt x="10881" y="62015"/>
                  <a:pt x="10849" y="62826"/>
                  <a:pt x="10782" y="63620"/>
                </a:cubicBezTo>
                <a:lnTo>
                  <a:pt x="10775" y="63795"/>
                </a:lnTo>
                <a:cubicBezTo>
                  <a:pt x="10773" y="63795"/>
                  <a:pt x="10771" y="63796"/>
                  <a:pt x="10768" y="63797"/>
                </a:cubicBezTo>
                <a:cubicBezTo>
                  <a:pt x="10108" y="73059"/>
                  <a:pt x="6418" y="80428"/>
                  <a:pt x="1706" y="81987"/>
                </a:cubicBezTo>
                <a:lnTo>
                  <a:pt x="1705" y="82017"/>
                </a:lnTo>
                <a:cubicBezTo>
                  <a:pt x="1635" y="82044"/>
                  <a:pt x="1565" y="82069"/>
                  <a:pt x="1492" y="82058"/>
                </a:cubicBezTo>
                <a:cubicBezTo>
                  <a:pt x="1083" y="82203"/>
                  <a:pt x="664" y="82282"/>
                  <a:pt x="239" y="82295"/>
                </a:cubicBezTo>
                <a:lnTo>
                  <a:pt x="14" y="82338"/>
                </a:lnTo>
                <a:lnTo>
                  <a:pt x="14" y="82325"/>
                </a:lnTo>
                <a:lnTo>
                  <a:pt x="7" y="82326"/>
                </a:lnTo>
                <a:cubicBezTo>
                  <a:pt x="0" y="82226"/>
                  <a:pt x="0" y="82126"/>
                  <a:pt x="0" y="82026"/>
                </a:cubicBezTo>
                <a:cubicBezTo>
                  <a:pt x="0" y="81877"/>
                  <a:pt x="0" y="81728"/>
                  <a:pt x="17" y="81580"/>
                </a:cubicBezTo>
                <a:cubicBezTo>
                  <a:pt x="17" y="80758"/>
                  <a:pt x="49" y="79947"/>
                  <a:pt x="116" y="79153"/>
                </a:cubicBezTo>
                <a:lnTo>
                  <a:pt x="123" y="78978"/>
                </a:lnTo>
                <a:cubicBezTo>
                  <a:pt x="125" y="78978"/>
                  <a:pt x="127" y="78978"/>
                  <a:pt x="129" y="78976"/>
                </a:cubicBezTo>
                <a:cubicBezTo>
                  <a:pt x="789" y="69715"/>
                  <a:pt x="4479" y="62345"/>
                  <a:pt x="9191" y="60786"/>
                </a:cubicBezTo>
                <a:lnTo>
                  <a:pt x="9193" y="60756"/>
                </a:lnTo>
                <a:cubicBezTo>
                  <a:pt x="9262" y="60729"/>
                  <a:pt x="9332" y="60705"/>
                  <a:pt x="9406" y="60716"/>
                </a:cubicBezTo>
                <a:cubicBezTo>
                  <a:pt x="9815" y="60570"/>
                  <a:pt x="10234" y="60491"/>
                  <a:pt x="10659" y="60478"/>
                </a:cubicBezTo>
                <a:close/>
                <a:moveTo>
                  <a:pt x="109057" y="42206"/>
                </a:moveTo>
                <a:cubicBezTo>
                  <a:pt x="105443" y="43747"/>
                  <a:pt x="102623" y="49340"/>
                  <a:pt x="101923" y="56395"/>
                </a:cubicBezTo>
                <a:cubicBezTo>
                  <a:pt x="105536" y="54855"/>
                  <a:pt x="108357" y="49261"/>
                  <a:pt x="109057" y="42206"/>
                </a:cubicBezTo>
                <a:close/>
                <a:moveTo>
                  <a:pt x="90755" y="42206"/>
                </a:moveTo>
                <a:cubicBezTo>
                  <a:pt x="91455" y="49261"/>
                  <a:pt x="94275" y="54855"/>
                  <a:pt x="97889" y="56395"/>
                </a:cubicBezTo>
                <a:cubicBezTo>
                  <a:pt x="97189" y="49340"/>
                  <a:pt x="94368" y="43747"/>
                  <a:pt x="90755" y="42206"/>
                </a:cubicBezTo>
                <a:close/>
                <a:moveTo>
                  <a:pt x="86838" y="42206"/>
                </a:moveTo>
                <a:cubicBezTo>
                  <a:pt x="83225" y="43747"/>
                  <a:pt x="80404" y="49340"/>
                  <a:pt x="79705" y="56395"/>
                </a:cubicBezTo>
                <a:cubicBezTo>
                  <a:pt x="83318" y="54855"/>
                  <a:pt x="86139" y="49261"/>
                  <a:pt x="86838" y="42206"/>
                </a:cubicBezTo>
                <a:close/>
                <a:moveTo>
                  <a:pt x="68537" y="42206"/>
                </a:moveTo>
                <a:cubicBezTo>
                  <a:pt x="69236" y="49261"/>
                  <a:pt x="72057" y="54855"/>
                  <a:pt x="75671" y="56395"/>
                </a:cubicBezTo>
                <a:cubicBezTo>
                  <a:pt x="74971" y="49340"/>
                  <a:pt x="72150" y="43747"/>
                  <a:pt x="68537" y="42206"/>
                </a:cubicBezTo>
                <a:close/>
                <a:moveTo>
                  <a:pt x="64620" y="42206"/>
                </a:moveTo>
                <a:cubicBezTo>
                  <a:pt x="61007" y="43747"/>
                  <a:pt x="58186" y="49340"/>
                  <a:pt x="57486" y="56395"/>
                </a:cubicBezTo>
                <a:cubicBezTo>
                  <a:pt x="61100" y="54855"/>
                  <a:pt x="63921" y="49261"/>
                  <a:pt x="64620" y="42206"/>
                </a:cubicBezTo>
                <a:close/>
                <a:moveTo>
                  <a:pt x="46318" y="42206"/>
                </a:moveTo>
                <a:cubicBezTo>
                  <a:pt x="47018" y="49261"/>
                  <a:pt x="49839" y="54855"/>
                  <a:pt x="53452" y="56395"/>
                </a:cubicBezTo>
                <a:cubicBezTo>
                  <a:pt x="52753" y="49340"/>
                  <a:pt x="49932" y="43747"/>
                  <a:pt x="46318" y="42206"/>
                </a:cubicBezTo>
                <a:close/>
                <a:moveTo>
                  <a:pt x="42402" y="42206"/>
                </a:moveTo>
                <a:cubicBezTo>
                  <a:pt x="38789" y="43747"/>
                  <a:pt x="35968" y="49340"/>
                  <a:pt x="35268" y="56395"/>
                </a:cubicBezTo>
                <a:cubicBezTo>
                  <a:pt x="38881" y="54855"/>
                  <a:pt x="41702" y="49261"/>
                  <a:pt x="42402" y="42206"/>
                </a:cubicBezTo>
                <a:close/>
                <a:moveTo>
                  <a:pt x="24100" y="42206"/>
                </a:moveTo>
                <a:cubicBezTo>
                  <a:pt x="24800" y="49261"/>
                  <a:pt x="27621" y="54855"/>
                  <a:pt x="31234" y="56395"/>
                </a:cubicBezTo>
                <a:cubicBezTo>
                  <a:pt x="30534" y="49340"/>
                  <a:pt x="27714" y="43747"/>
                  <a:pt x="24100" y="42206"/>
                </a:cubicBezTo>
                <a:close/>
                <a:moveTo>
                  <a:pt x="20184" y="42206"/>
                </a:moveTo>
                <a:cubicBezTo>
                  <a:pt x="16570" y="43747"/>
                  <a:pt x="13749" y="49340"/>
                  <a:pt x="13050" y="56395"/>
                </a:cubicBezTo>
                <a:cubicBezTo>
                  <a:pt x="16663" y="54855"/>
                  <a:pt x="19484" y="49261"/>
                  <a:pt x="20184" y="42206"/>
                </a:cubicBezTo>
                <a:close/>
                <a:moveTo>
                  <a:pt x="1882" y="42206"/>
                </a:moveTo>
                <a:cubicBezTo>
                  <a:pt x="2581" y="49261"/>
                  <a:pt x="5402" y="54855"/>
                  <a:pt x="9016" y="56395"/>
                </a:cubicBezTo>
                <a:cubicBezTo>
                  <a:pt x="8316" y="49340"/>
                  <a:pt x="5495" y="43747"/>
                  <a:pt x="1882" y="42206"/>
                </a:cubicBezTo>
                <a:close/>
                <a:moveTo>
                  <a:pt x="111106" y="38435"/>
                </a:moveTo>
                <a:lnTo>
                  <a:pt x="111330" y="38477"/>
                </a:lnTo>
                <a:cubicBezTo>
                  <a:pt x="111755" y="38491"/>
                  <a:pt x="112174" y="38569"/>
                  <a:pt x="112583" y="38713"/>
                </a:cubicBezTo>
                <a:cubicBezTo>
                  <a:pt x="112657" y="38702"/>
                  <a:pt x="112727" y="38727"/>
                  <a:pt x="112796" y="38753"/>
                </a:cubicBezTo>
                <a:lnTo>
                  <a:pt x="112798" y="38783"/>
                </a:lnTo>
                <a:cubicBezTo>
                  <a:pt x="115743" y="39750"/>
                  <a:pt x="118288" y="42969"/>
                  <a:pt x="119945" y="47490"/>
                </a:cubicBezTo>
                <a:lnTo>
                  <a:pt x="120000" y="47667"/>
                </a:lnTo>
                <a:lnTo>
                  <a:pt x="120000" y="55624"/>
                </a:lnTo>
                <a:lnTo>
                  <a:pt x="119748" y="53823"/>
                </a:lnTo>
                <a:cubicBezTo>
                  <a:pt x="118690" y="48005"/>
                  <a:pt x="116135" y="43554"/>
                  <a:pt x="112973" y="42206"/>
                </a:cubicBezTo>
                <a:cubicBezTo>
                  <a:pt x="113585" y="48379"/>
                  <a:pt x="115822" y="53433"/>
                  <a:pt x="118792" y="55632"/>
                </a:cubicBezTo>
                <a:lnTo>
                  <a:pt x="120000" y="56332"/>
                </a:lnTo>
                <a:lnTo>
                  <a:pt x="120000" y="59679"/>
                </a:lnTo>
                <a:lnTo>
                  <a:pt x="118568" y="58975"/>
                </a:lnTo>
                <a:cubicBezTo>
                  <a:pt x="114696" y="56414"/>
                  <a:pt x="111798" y="49811"/>
                  <a:pt x="111221" y="41771"/>
                </a:cubicBezTo>
                <a:cubicBezTo>
                  <a:pt x="111218" y="41769"/>
                  <a:pt x="111216" y="41769"/>
                  <a:pt x="111214" y="41769"/>
                </a:cubicBezTo>
                <a:lnTo>
                  <a:pt x="111207" y="41595"/>
                </a:lnTo>
                <a:cubicBezTo>
                  <a:pt x="111140" y="40807"/>
                  <a:pt x="111108" y="40003"/>
                  <a:pt x="111109" y="39187"/>
                </a:cubicBezTo>
                <a:cubicBezTo>
                  <a:pt x="111092" y="39040"/>
                  <a:pt x="111091" y="38893"/>
                  <a:pt x="111091" y="38745"/>
                </a:cubicBezTo>
                <a:lnTo>
                  <a:pt x="111099" y="38447"/>
                </a:lnTo>
                <a:lnTo>
                  <a:pt x="111105" y="38448"/>
                </a:lnTo>
                <a:close/>
                <a:moveTo>
                  <a:pt x="110925" y="38435"/>
                </a:moveTo>
                <a:lnTo>
                  <a:pt x="110925" y="38448"/>
                </a:lnTo>
                <a:lnTo>
                  <a:pt x="110931" y="38447"/>
                </a:lnTo>
                <a:lnTo>
                  <a:pt x="110939" y="38745"/>
                </a:lnTo>
                <a:cubicBezTo>
                  <a:pt x="110939" y="38893"/>
                  <a:pt x="110938" y="39040"/>
                  <a:pt x="110921" y="39187"/>
                </a:cubicBezTo>
                <a:cubicBezTo>
                  <a:pt x="110922" y="40003"/>
                  <a:pt x="110890" y="40807"/>
                  <a:pt x="110823" y="41595"/>
                </a:cubicBezTo>
                <a:lnTo>
                  <a:pt x="110816" y="41769"/>
                </a:lnTo>
                <a:cubicBezTo>
                  <a:pt x="110814" y="41769"/>
                  <a:pt x="110812" y="41769"/>
                  <a:pt x="110809" y="41771"/>
                </a:cubicBezTo>
                <a:cubicBezTo>
                  <a:pt x="110149" y="50959"/>
                  <a:pt x="106459" y="58271"/>
                  <a:pt x="101747" y="59818"/>
                </a:cubicBezTo>
                <a:lnTo>
                  <a:pt x="101746" y="59848"/>
                </a:lnTo>
                <a:cubicBezTo>
                  <a:pt x="101676" y="59874"/>
                  <a:pt x="101606" y="59899"/>
                  <a:pt x="101533" y="59888"/>
                </a:cubicBezTo>
                <a:cubicBezTo>
                  <a:pt x="101124" y="60032"/>
                  <a:pt x="100705" y="60110"/>
                  <a:pt x="100280" y="60124"/>
                </a:cubicBezTo>
                <a:lnTo>
                  <a:pt x="100055" y="60166"/>
                </a:lnTo>
                <a:lnTo>
                  <a:pt x="100055" y="60153"/>
                </a:lnTo>
                <a:lnTo>
                  <a:pt x="100048" y="60154"/>
                </a:lnTo>
                <a:cubicBezTo>
                  <a:pt x="100041" y="60055"/>
                  <a:pt x="100041" y="59956"/>
                  <a:pt x="100041" y="59856"/>
                </a:cubicBezTo>
                <a:cubicBezTo>
                  <a:pt x="100041" y="59708"/>
                  <a:pt x="100041" y="59561"/>
                  <a:pt x="100059" y="59414"/>
                </a:cubicBezTo>
                <a:cubicBezTo>
                  <a:pt x="100058" y="58598"/>
                  <a:pt x="100090" y="57794"/>
                  <a:pt x="100157" y="57006"/>
                </a:cubicBezTo>
                <a:lnTo>
                  <a:pt x="100164" y="56832"/>
                </a:lnTo>
                <a:cubicBezTo>
                  <a:pt x="100166" y="56832"/>
                  <a:pt x="100168" y="56832"/>
                  <a:pt x="100170" y="56831"/>
                </a:cubicBezTo>
                <a:cubicBezTo>
                  <a:pt x="100830" y="47642"/>
                  <a:pt x="104521" y="40330"/>
                  <a:pt x="109232" y="38783"/>
                </a:cubicBezTo>
                <a:lnTo>
                  <a:pt x="109234" y="38753"/>
                </a:lnTo>
                <a:cubicBezTo>
                  <a:pt x="109304" y="38727"/>
                  <a:pt x="109374" y="38702"/>
                  <a:pt x="109447" y="38713"/>
                </a:cubicBezTo>
                <a:cubicBezTo>
                  <a:pt x="109856" y="38569"/>
                  <a:pt x="110275" y="38491"/>
                  <a:pt x="110700" y="38477"/>
                </a:cubicBezTo>
                <a:close/>
                <a:moveTo>
                  <a:pt x="88887" y="38435"/>
                </a:moveTo>
                <a:lnTo>
                  <a:pt x="89112" y="38477"/>
                </a:lnTo>
                <a:cubicBezTo>
                  <a:pt x="89537" y="38491"/>
                  <a:pt x="89956" y="38569"/>
                  <a:pt x="90365" y="38713"/>
                </a:cubicBezTo>
                <a:cubicBezTo>
                  <a:pt x="90438" y="38702"/>
                  <a:pt x="90508" y="38727"/>
                  <a:pt x="90578" y="38753"/>
                </a:cubicBezTo>
                <a:lnTo>
                  <a:pt x="90579" y="38783"/>
                </a:lnTo>
                <a:cubicBezTo>
                  <a:pt x="95291" y="40330"/>
                  <a:pt x="98981" y="47642"/>
                  <a:pt x="99641" y="56831"/>
                </a:cubicBezTo>
                <a:cubicBezTo>
                  <a:pt x="99644" y="56832"/>
                  <a:pt x="99646" y="56832"/>
                  <a:pt x="99648" y="56832"/>
                </a:cubicBezTo>
                <a:lnTo>
                  <a:pt x="99655" y="57006"/>
                </a:lnTo>
                <a:cubicBezTo>
                  <a:pt x="99722" y="57794"/>
                  <a:pt x="99754" y="58598"/>
                  <a:pt x="99753" y="59414"/>
                </a:cubicBezTo>
                <a:cubicBezTo>
                  <a:pt x="99770" y="59561"/>
                  <a:pt x="99771" y="59708"/>
                  <a:pt x="99771" y="59856"/>
                </a:cubicBezTo>
                <a:cubicBezTo>
                  <a:pt x="99771" y="59956"/>
                  <a:pt x="99771" y="60055"/>
                  <a:pt x="99763" y="60154"/>
                </a:cubicBezTo>
                <a:lnTo>
                  <a:pt x="99757" y="60153"/>
                </a:lnTo>
                <a:lnTo>
                  <a:pt x="99757" y="60166"/>
                </a:lnTo>
                <a:lnTo>
                  <a:pt x="99532" y="60124"/>
                </a:lnTo>
                <a:cubicBezTo>
                  <a:pt x="99107" y="60110"/>
                  <a:pt x="98688" y="60032"/>
                  <a:pt x="98279" y="59888"/>
                </a:cubicBezTo>
                <a:cubicBezTo>
                  <a:pt x="98206" y="59899"/>
                  <a:pt x="98136" y="59874"/>
                  <a:pt x="98066" y="59848"/>
                </a:cubicBezTo>
                <a:lnTo>
                  <a:pt x="98064" y="59818"/>
                </a:lnTo>
                <a:cubicBezTo>
                  <a:pt x="93353" y="58271"/>
                  <a:pt x="89662" y="50959"/>
                  <a:pt x="89002" y="41771"/>
                </a:cubicBezTo>
                <a:cubicBezTo>
                  <a:pt x="89000" y="41769"/>
                  <a:pt x="88998" y="41769"/>
                  <a:pt x="88996" y="41769"/>
                </a:cubicBezTo>
                <a:lnTo>
                  <a:pt x="88989" y="41595"/>
                </a:lnTo>
                <a:cubicBezTo>
                  <a:pt x="88922" y="40807"/>
                  <a:pt x="88890" y="40003"/>
                  <a:pt x="88891" y="39187"/>
                </a:cubicBezTo>
                <a:cubicBezTo>
                  <a:pt x="88873" y="39040"/>
                  <a:pt x="88873" y="38893"/>
                  <a:pt x="88873" y="38745"/>
                </a:cubicBezTo>
                <a:lnTo>
                  <a:pt x="88880" y="38447"/>
                </a:lnTo>
                <a:lnTo>
                  <a:pt x="88887" y="38448"/>
                </a:lnTo>
                <a:close/>
                <a:moveTo>
                  <a:pt x="88706" y="38435"/>
                </a:moveTo>
                <a:lnTo>
                  <a:pt x="88707" y="38448"/>
                </a:lnTo>
                <a:lnTo>
                  <a:pt x="88713" y="38447"/>
                </a:lnTo>
                <a:lnTo>
                  <a:pt x="88721" y="38745"/>
                </a:lnTo>
                <a:cubicBezTo>
                  <a:pt x="88721" y="38893"/>
                  <a:pt x="88720" y="39040"/>
                  <a:pt x="88703" y="39187"/>
                </a:cubicBezTo>
                <a:cubicBezTo>
                  <a:pt x="88703" y="40003"/>
                  <a:pt x="88671" y="40807"/>
                  <a:pt x="88605" y="41595"/>
                </a:cubicBezTo>
                <a:lnTo>
                  <a:pt x="88598" y="41769"/>
                </a:lnTo>
                <a:cubicBezTo>
                  <a:pt x="88596" y="41769"/>
                  <a:pt x="88593" y="41769"/>
                  <a:pt x="88591" y="41771"/>
                </a:cubicBezTo>
                <a:cubicBezTo>
                  <a:pt x="87931" y="50959"/>
                  <a:pt x="84241" y="58271"/>
                  <a:pt x="79529" y="59818"/>
                </a:cubicBezTo>
                <a:lnTo>
                  <a:pt x="79528" y="59848"/>
                </a:lnTo>
                <a:cubicBezTo>
                  <a:pt x="79458" y="59874"/>
                  <a:pt x="79388" y="59899"/>
                  <a:pt x="79315" y="59888"/>
                </a:cubicBezTo>
                <a:cubicBezTo>
                  <a:pt x="78905" y="60032"/>
                  <a:pt x="78487" y="60110"/>
                  <a:pt x="78062" y="60124"/>
                </a:cubicBezTo>
                <a:lnTo>
                  <a:pt x="77837" y="60166"/>
                </a:lnTo>
                <a:lnTo>
                  <a:pt x="77837" y="60153"/>
                </a:lnTo>
                <a:lnTo>
                  <a:pt x="77830" y="60154"/>
                </a:lnTo>
                <a:cubicBezTo>
                  <a:pt x="77823" y="60055"/>
                  <a:pt x="77822" y="59956"/>
                  <a:pt x="77822" y="59856"/>
                </a:cubicBezTo>
                <a:cubicBezTo>
                  <a:pt x="77822" y="59708"/>
                  <a:pt x="77823" y="59561"/>
                  <a:pt x="77840" y="59414"/>
                </a:cubicBezTo>
                <a:cubicBezTo>
                  <a:pt x="77840" y="58598"/>
                  <a:pt x="77872" y="57794"/>
                  <a:pt x="77938" y="57006"/>
                </a:cubicBezTo>
                <a:lnTo>
                  <a:pt x="77945" y="56832"/>
                </a:lnTo>
                <a:cubicBezTo>
                  <a:pt x="77948" y="56832"/>
                  <a:pt x="77950" y="56832"/>
                  <a:pt x="77952" y="56831"/>
                </a:cubicBezTo>
                <a:cubicBezTo>
                  <a:pt x="78612" y="47642"/>
                  <a:pt x="82302" y="40330"/>
                  <a:pt x="87014" y="38783"/>
                </a:cubicBezTo>
                <a:lnTo>
                  <a:pt x="87016" y="38753"/>
                </a:lnTo>
                <a:cubicBezTo>
                  <a:pt x="87085" y="38727"/>
                  <a:pt x="87155" y="38702"/>
                  <a:pt x="87228" y="38713"/>
                </a:cubicBezTo>
                <a:cubicBezTo>
                  <a:pt x="87638" y="38569"/>
                  <a:pt x="88057" y="38491"/>
                  <a:pt x="88482" y="38477"/>
                </a:cubicBezTo>
                <a:close/>
                <a:moveTo>
                  <a:pt x="66669" y="38435"/>
                </a:moveTo>
                <a:lnTo>
                  <a:pt x="66893" y="38477"/>
                </a:lnTo>
                <a:cubicBezTo>
                  <a:pt x="67319" y="38491"/>
                  <a:pt x="67737" y="38569"/>
                  <a:pt x="68147" y="38713"/>
                </a:cubicBezTo>
                <a:cubicBezTo>
                  <a:pt x="68220" y="38702"/>
                  <a:pt x="68290" y="38727"/>
                  <a:pt x="68360" y="38753"/>
                </a:cubicBezTo>
                <a:lnTo>
                  <a:pt x="68361" y="38783"/>
                </a:lnTo>
                <a:cubicBezTo>
                  <a:pt x="73073" y="40330"/>
                  <a:pt x="76763" y="47642"/>
                  <a:pt x="77423" y="56831"/>
                </a:cubicBezTo>
                <a:cubicBezTo>
                  <a:pt x="77425" y="56832"/>
                  <a:pt x="77428" y="56832"/>
                  <a:pt x="77430" y="56832"/>
                </a:cubicBezTo>
                <a:lnTo>
                  <a:pt x="77437" y="57006"/>
                </a:lnTo>
                <a:cubicBezTo>
                  <a:pt x="77503" y="57794"/>
                  <a:pt x="77536" y="58598"/>
                  <a:pt x="77535" y="59414"/>
                </a:cubicBezTo>
                <a:cubicBezTo>
                  <a:pt x="77552" y="59561"/>
                  <a:pt x="77553" y="59708"/>
                  <a:pt x="77553" y="59856"/>
                </a:cubicBezTo>
                <a:cubicBezTo>
                  <a:pt x="77553" y="59956"/>
                  <a:pt x="77553" y="60055"/>
                  <a:pt x="77545" y="60154"/>
                </a:cubicBezTo>
                <a:lnTo>
                  <a:pt x="77539" y="60153"/>
                </a:lnTo>
                <a:lnTo>
                  <a:pt x="77538" y="60166"/>
                </a:lnTo>
                <a:lnTo>
                  <a:pt x="77314" y="60124"/>
                </a:lnTo>
                <a:cubicBezTo>
                  <a:pt x="76888" y="60110"/>
                  <a:pt x="76470" y="60032"/>
                  <a:pt x="76061" y="59888"/>
                </a:cubicBezTo>
                <a:cubicBezTo>
                  <a:pt x="75987" y="59899"/>
                  <a:pt x="75917" y="59874"/>
                  <a:pt x="75848" y="59848"/>
                </a:cubicBezTo>
                <a:lnTo>
                  <a:pt x="75846" y="59818"/>
                </a:lnTo>
                <a:cubicBezTo>
                  <a:pt x="71134" y="58271"/>
                  <a:pt x="67444" y="50959"/>
                  <a:pt x="66784" y="41771"/>
                </a:cubicBezTo>
                <a:cubicBezTo>
                  <a:pt x="66782" y="41769"/>
                  <a:pt x="66780" y="41769"/>
                  <a:pt x="66777" y="41769"/>
                </a:cubicBezTo>
                <a:lnTo>
                  <a:pt x="66770" y="41595"/>
                </a:lnTo>
                <a:cubicBezTo>
                  <a:pt x="66704" y="40807"/>
                  <a:pt x="66672" y="40003"/>
                  <a:pt x="66672" y="39187"/>
                </a:cubicBezTo>
                <a:cubicBezTo>
                  <a:pt x="66655" y="39040"/>
                  <a:pt x="66654" y="38893"/>
                  <a:pt x="66654" y="38745"/>
                </a:cubicBezTo>
                <a:lnTo>
                  <a:pt x="66662" y="38447"/>
                </a:lnTo>
                <a:lnTo>
                  <a:pt x="66669" y="38448"/>
                </a:lnTo>
                <a:close/>
                <a:moveTo>
                  <a:pt x="66488" y="38435"/>
                </a:moveTo>
                <a:lnTo>
                  <a:pt x="66488" y="38448"/>
                </a:lnTo>
                <a:lnTo>
                  <a:pt x="66495" y="38447"/>
                </a:lnTo>
                <a:lnTo>
                  <a:pt x="66503" y="38745"/>
                </a:lnTo>
                <a:cubicBezTo>
                  <a:pt x="66503" y="38893"/>
                  <a:pt x="66502" y="39040"/>
                  <a:pt x="66485" y="39187"/>
                </a:cubicBezTo>
                <a:cubicBezTo>
                  <a:pt x="66485" y="40003"/>
                  <a:pt x="66453" y="40807"/>
                  <a:pt x="66387" y="41595"/>
                </a:cubicBezTo>
                <a:lnTo>
                  <a:pt x="66380" y="41769"/>
                </a:lnTo>
                <a:cubicBezTo>
                  <a:pt x="66377" y="41769"/>
                  <a:pt x="66375" y="41769"/>
                  <a:pt x="66373" y="41771"/>
                </a:cubicBezTo>
                <a:cubicBezTo>
                  <a:pt x="65713" y="50959"/>
                  <a:pt x="62023" y="58271"/>
                  <a:pt x="57311" y="59818"/>
                </a:cubicBezTo>
                <a:lnTo>
                  <a:pt x="57309" y="59848"/>
                </a:lnTo>
                <a:cubicBezTo>
                  <a:pt x="57240" y="59874"/>
                  <a:pt x="57170" y="59899"/>
                  <a:pt x="57096" y="59888"/>
                </a:cubicBezTo>
                <a:cubicBezTo>
                  <a:pt x="56687" y="60032"/>
                  <a:pt x="56269" y="60110"/>
                  <a:pt x="55843" y="60124"/>
                </a:cubicBezTo>
                <a:lnTo>
                  <a:pt x="55619" y="60166"/>
                </a:lnTo>
                <a:lnTo>
                  <a:pt x="55618" y="60153"/>
                </a:lnTo>
                <a:lnTo>
                  <a:pt x="55612" y="60154"/>
                </a:lnTo>
                <a:cubicBezTo>
                  <a:pt x="55604" y="60055"/>
                  <a:pt x="55604" y="59956"/>
                  <a:pt x="55604" y="59856"/>
                </a:cubicBezTo>
                <a:cubicBezTo>
                  <a:pt x="55604" y="59708"/>
                  <a:pt x="55605" y="59561"/>
                  <a:pt x="55622" y="59414"/>
                </a:cubicBezTo>
                <a:cubicBezTo>
                  <a:pt x="55621" y="58598"/>
                  <a:pt x="55654" y="57794"/>
                  <a:pt x="55720" y="57006"/>
                </a:cubicBezTo>
                <a:lnTo>
                  <a:pt x="55727" y="56832"/>
                </a:lnTo>
                <a:cubicBezTo>
                  <a:pt x="55729" y="56832"/>
                  <a:pt x="55732" y="56832"/>
                  <a:pt x="55734" y="56831"/>
                </a:cubicBezTo>
                <a:cubicBezTo>
                  <a:pt x="56394" y="47642"/>
                  <a:pt x="60084" y="40330"/>
                  <a:pt x="64796" y="38783"/>
                </a:cubicBezTo>
                <a:lnTo>
                  <a:pt x="64797" y="38753"/>
                </a:lnTo>
                <a:cubicBezTo>
                  <a:pt x="64867" y="38727"/>
                  <a:pt x="64937" y="38702"/>
                  <a:pt x="65010" y="38713"/>
                </a:cubicBezTo>
                <a:cubicBezTo>
                  <a:pt x="65420" y="38569"/>
                  <a:pt x="65838" y="38491"/>
                  <a:pt x="66264" y="38477"/>
                </a:cubicBezTo>
                <a:close/>
                <a:moveTo>
                  <a:pt x="44451" y="38435"/>
                </a:moveTo>
                <a:lnTo>
                  <a:pt x="44675" y="38477"/>
                </a:lnTo>
                <a:cubicBezTo>
                  <a:pt x="45100" y="38491"/>
                  <a:pt x="45519" y="38569"/>
                  <a:pt x="45929" y="38713"/>
                </a:cubicBezTo>
                <a:cubicBezTo>
                  <a:pt x="46002" y="38702"/>
                  <a:pt x="46072" y="38727"/>
                  <a:pt x="46141" y="38753"/>
                </a:cubicBezTo>
                <a:lnTo>
                  <a:pt x="46143" y="38783"/>
                </a:lnTo>
                <a:cubicBezTo>
                  <a:pt x="50855" y="40330"/>
                  <a:pt x="54545" y="47642"/>
                  <a:pt x="55205" y="56831"/>
                </a:cubicBezTo>
                <a:cubicBezTo>
                  <a:pt x="55207" y="56832"/>
                  <a:pt x="55209" y="56832"/>
                  <a:pt x="55212" y="56832"/>
                </a:cubicBezTo>
                <a:lnTo>
                  <a:pt x="55219" y="57006"/>
                </a:lnTo>
                <a:cubicBezTo>
                  <a:pt x="55285" y="57794"/>
                  <a:pt x="55317" y="58598"/>
                  <a:pt x="55317" y="59414"/>
                </a:cubicBezTo>
                <a:cubicBezTo>
                  <a:pt x="55334" y="59561"/>
                  <a:pt x="55335" y="59708"/>
                  <a:pt x="55335" y="59856"/>
                </a:cubicBezTo>
                <a:cubicBezTo>
                  <a:pt x="55335" y="59956"/>
                  <a:pt x="55334" y="60055"/>
                  <a:pt x="55327" y="60154"/>
                </a:cubicBezTo>
                <a:lnTo>
                  <a:pt x="55320" y="60153"/>
                </a:lnTo>
                <a:lnTo>
                  <a:pt x="55320" y="60166"/>
                </a:lnTo>
                <a:lnTo>
                  <a:pt x="55095" y="60124"/>
                </a:lnTo>
                <a:cubicBezTo>
                  <a:pt x="54670" y="60110"/>
                  <a:pt x="54252" y="60032"/>
                  <a:pt x="53842" y="59888"/>
                </a:cubicBezTo>
                <a:cubicBezTo>
                  <a:pt x="53769" y="59899"/>
                  <a:pt x="53699" y="59874"/>
                  <a:pt x="53629" y="59848"/>
                </a:cubicBezTo>
                <a:lnTo>
                  <a:pt x="53628" y="59818"/>
                </a:lnTo>
                <a:cubicBezTo>
                  <a:pt x="48916" y="58271"/>
                  <a:pt x="45226" y="50959"/>
                  <a:pt x="44566" y="41771"/>
                </a:cubicBezTo>
                <a:cubicBezTo>
                  <a:pt x="44564" y="41769"/>
                  <a:pt x="44561" y="41769"/>
                  <a:pt x="44559" y="41769"/>
                </a:cubicBezTo>
                <a:lnTo>
                  <a:pt x="44552" y="41595"/>
                </a:lnTo>
                <a:cubicBezTo>
                  <a:pt x="44486" y="40807"/>
                  <a:pt x="44453" y="40003"/>
                  <a:pt x="44454" y="39187"/>
                </a:cubicBezTo>
                <a:cubicBezTo>
                  <a:pt x="44437" y="39040"/>
                  <a:pt x="44436" y="38893"/>
                  <a:pt x="44436" y="38745"/>
                </a:cubicBezTo>
                <a:lnTo>
                  <a:pt x="44444" y="38447"/>
                </a:lnTo>
                <a:lnTo>
                  <a:pt x="44450" y="38448"/>
                </a:lnTo>
                <a:close/>
                <a:moveTo>
                  <a:pt x="44270" y="38435"/>
                </a:moveTo>
                <a:lnTo>
                  <a:pt x="44270" y="38448"/>
                </a:lnTo>
                <a:lnTo>
                  <a:pt x="44277" y="38447"/>
                </a:lnTo>
                <a:lnTo>
                  <a:pt x="44284" y="38745"/>
                </a:lnTo>
                <a:cubicBezTo>
                  <a:pt x="44284" y="38893"/>
                  <a:pt x="44284" y="39040"/>
                  <a:pt x="44266" y="39187"/>
                </a:cubicBezTo>
                <a:cubicBezTo>
                  <a:pt x="44267" y="40003"/>
                  <a:pt x="44235" y="40807"/>
                  <a:pt x="44168" y="41595"/>
                </a:cubicBezTo>
                <a:lnTo>
                  <a:pt x="44161" y="41769"/>
                </a:lnTo>
                <a:cubicBezTo>
                  <a:pt x="44159" y="41769"/>
                  <a:pt x="44157" y="41769"/>
                  <a:pt x="44155" y="41771"/>
                </a:cubicBezTo>
                <a:cubicBezTo>
                  <a:pt x="43494" y="50959"/>
                  <a:pt x="39804" y="58271"/>
                  <a:pt x="35093" y="59818"/>
                </a:cubicBezTo>
                <a:lnTo>
                  <a:pt x="35091" y="59848"/>
                </a:lnTo>
                <a:cubicBezTo>
                  <a:pt x="35021" y="59874"/>
                  <a:pt x="34951" y="59899"/>
                  <a:pt x="34878" y="59888"/>
                </a:cubicBezTo>
                <a:cubicBezTo>
                  <a:pt x="34469" y="60032"/>
                  <a:pt x="34050" y="60110"/>
                  <a:pt x="33625" y="60124"/>
                </a:cubicBezTo>
                <a:lnTo>
                  <a:pt x="33400" y="60166"/>
                </a:lnTo>
                <a:lnTo>
                  <a:pt x="33400" y="60153"/>
                </a:lnTo>
                <a:lnTo>
                  <a:pt x="33394" y="60154"/>
                </a:lnTo>
                <a:cubicBezTo>
                  <a:pt x="33386" y="60055"/>
                  <a:pt x="33386" y="59956"/>
                  <a:pt x="33386" y="59856"/>
                </a:cubicBezTo>
                <a:cubicBezTo>
                  <a:pt x="33386" y="59708"/>
                  <a:pt x="33387" y="59561"/>
                  <a:pt x="33404" y="59414"/>
                </a:cubicBezTo>
                <a:cubicBezTo>
                  <a:pt x="33403" y="58598"/>
                  <a:pt x="33435" y="57794"/>
                  <a:pt x="33502" y="57006"/>
                </a:cubicBezTo>
                <a:lnTo>
                  <a:pt x="33509" y="56832"/>
                </a:lnTo>
                <a:cubicBezTo>
                  <a:pt x="33511" y="56832"/>
                  <a:pt x="33513" y="56832"/>
                  <a:pt x="33515" y="56831"/>
                </a:cubicBezTo>
                <a:cubicBezTo>
                  <a:pt x="34176" y="47642"/>
                  <a:pt x="37866" y="40330"/>
                  <a:pt x="42577" y="38783"/>
                </a:cubicBezTo>
                <a:lnTo>
                  <a:pt x="42579" y="38753"/>
                </a:lnTo>
                <a:cubicBezTo>
                  <a:pt x="42649" y="38727"/>
                  <a:pt x="42719" y="38702"/>
                  <a:pt x="42792" y="38713"/>
                </a:cubicBezTo>
                <a:cubicBezTo>
                  <a:pt x="43201" y="38569"/>
                  <a:pt x="43620" y="38491"/>
                  <a:pt x="44045" y="38477"/>
                </a:cubicBezTo>
                <a:close/>
                <a:moveTo>
                  <a:pt x="22232" y="38435"/>
                </a:moveTo>
                <a:lnTo>
                  <a:pt x="22457" y="38477"/>
                </a:lnTo>
                <a:cubicBezTo>
                  <a:pt x="22882" y="38491"/>
                  <a:pt x="23301" y="38569"/>
                  <a:pt x="23710" y="38713"/>
                </a:cubicBezTo>
                <a:cubicBezTo>
                  <a:pt x="23783" y="38702"/>
                  <a:pt x="23853" y="38727"/>
                  <a:pt x="23923" y="38753"/>
                </a:cubicBezTo>
                <a:lnTo>
                  <a:pt x="23925" y="38783"/>
                </a:lnTo>
                <a:cubicBezTo>
                  <a:pt x="28636" y="40330"/>
                  <a:pt x="32327" y="47642"/>
                  <a:pt x="32987" y="56831"/>
                </a:cubicBezTo>
                <a:cubicBezTo>
                  <a:pt x="32989" y="56832"/>
                  <a:pt x="32991" y="56832"/>
                  <a:pt x="32993" y="56832"/>
                </a:cubicBezTo>
                <a:lnTo>
                  <a:pt x="33000" y="57006"/>
                </a:lnTo>
                <a:cubicBezTo>
                  <a:pt x="33067" y="57794"/>
                  <a:pt x="33099" y="58598"/>
                  <a:pt x="33098" y="59414"/>
                </a:cubicBezTo>
                <a:cubicBezTo>
                  <a:pt x="33116" y="59561"/>
                  <a:pt x="33116" y="59708"/>
                  <a:pt x="33116" y="59856"/>
                </a:cubicBezTo>
                <a:cubicBezTo>
                  <a:pt x="33116" y="59956"/>
                  <a:pt x="33116" y="60055"/>
                  <a:pt x="33109" y="60154"/>
                </a:cubicBezTo>
                <a:lnTo>
                  <a:pt x="33102" y="60153"/>
                </a:lnTo>
                <a:lnTo>
                  <a:pt x="33102" y="60166"/>
                </a:lnTo>
                <a:lnTo>
                  <a:pt x="32877" y="60124"/>
                </a:lnTo>
                <a:cubicBezTo>
                  <a:pt x="32452" y="60110"/>
                  <a:pt x="32033" y="60032"/>
                  <a:pt x="31624" y="59888"/>
                </a:cubicBezTo>
                <a:cubicBezTo>
                  <a:pt x="31551" y="59899"/>
                  <a:pt x="31481" y="59874"/>
                  <a:pt x="31411" y="59848"/>
                </a:cubicBezTo>
                <a:lnTo>
                  <a:pt x="31410" y="59818"/>
                </a:lnTo>
                <a:cubicBezTo>
                  <a:pt x="26698" y="58271"/>
                  <a:pt x="23008" y="50959"/>
                  <a:pt x="22348" y="41771"/>
                </a:cubicBezTo>
                <a:cubicBezTo>
                  <a:pt x="22345" y="41769"/>
                  <a:pt x="22343" y="41769"/>
                  <a:pt x="22341" y="41769"/>
                </a:cubicBezTo>
                <a:lnTo>
                  <a:pt x="22334" y="41595"/>
                </a:lnTo>
                <a:cubicBezTo>
                  <a:pt x="22267" y="40807"/>
                  <a:pt x="22235" y="40003"/>
                  <a:pt x="22236" y="39187"/>
                </a:cubicBezTo>
                <a:cubicBezTo>
                  <a:pt x="22219" y="39040"/>
                  <a:pt x="22218" y="38893"/>
                  <a:pt x="22218" y="38745"/>
                </a:cubicBezTo>
                <a:lnTo>
                  <a:pt x="22226" y="38447"/>
                </a:lnTo>
                <a:lnTo>
                  <a:pt x="22232" y="38448"/>
                </a:lnTo>
                <a:close/>
                <a:moveTo>
                  <a:pt x="22051" y="38435"/>
                </a:moveTo>
                <a:lnTo>
                  <a:pt x="22052" y="38448"/>
                </a:lnTo>
                <a:lnTo>
                  <a:pt x="22058" y="38447"/>
                </a:lnTo>
                <a:lnTo>
                  <a:pt x="22066" y="38745"/>
                </a:lnTo>
                <a:cubicBezTo>
                  <a:pt x="22066" y="38893"/>
                  <a:pt x="22065" y="39040"/>
                  <a:pt x="22048" y="39187"/>
                </a:cubicBezTo>
                <a:cubicBezTo>
                  <a:pt x="22049" y="40003"/>
                  <a:pt x="22016" y="40807"/>
                  <a:pt x="21950" y="41595"/>
                </a:cubicBezTo>
                <a:lnTo>
                  <a:pt x="21943" y="41769"/>
                </a:lnTo>
                <a:cubicBezTo>
                  <a:pt x="21941" y="41769"/>
                  <a:pt x="21939" y="41769"/>
                  <a:pt x="21936" y="41771"/>
                </a:cubicBezTo>
                <a:cubicBezTo>
                  <a:pt x="21276" y="50959"/>
                  <a:pt x="17586" y="58271"/>
                  <a:pt x="12874" y="59818"/>
                </a:cubicBezTo>
                <a:lnTo>
                  <a:pt x="12873" y="59848"/>
                </a:lnTo>
                <a:cubicBezTo>
                  <a:pt x="12803" y="59874"/>
                  <a:pt x="12733" y="59899"/>
                  <a:pt x="12660" y="59888"/>
                </a:cubicBezTo>
                <a:cubicBezTo>
                  <a:pt x="12251" y="60032"/>
                  <a:pt x="11832" y="60110"/>
                  <a:pt x="11407" y="60124"/>
                </a:cubicBezTo>
                <a:lnTo>
                  <a:pt x="11182" y="60166"/>
                </a:lnTo>
                <a:lnTo>
                  <a:pt x="11182" y="60153"/>
                </a:lnTo>
                <a:lnTo>
                  <a:pt x="11175" y="60154"/>
                </a:lnTo>
                <a:cubicBezTo>
                  <a:pt x="11168" y="60055"/>
                  <a:pt x="11167" y="59956"/>
                  <a:pt x="11167" y="59856"/>
                </a:cubicBezTo>
                <a:cubicBezTo>
                  <a:pt x="11167" y="59708"/>
                  <a:pt x="11168" y="59561"/>
                  <a:pt x="11185" y="59414"/>
                </a:cubicBezTo>
                <a:cubicBezTo>
                  <a:pt x="11185" y="58598"/>
                  <a:pt x="11217" y="57794"/>
                  <a:pt x="11283" y="57006"/>
                </a:cubicBezTo>
                <a:lnTo>
                  <a:pt x="11291" y="56832"/>
                </a:lnTo>
                <a:cubicBezTo>
                  <a:pt x="11293" y="56832"/>
                  <a:pt x="11295" y="56832"/>
                  <a:pt x="11297" y="56831"/>
                </a:cubicBezTo>
                <a:cubicBezTo>
                  <a:pt x="11957" y="47642"/>
                  <a:pt x="15647" y="40330"/>
                  <a:pt x="20359" y="38783"/>
                </a:cubicBezTo>
                <a:lnTo>
                  <a:pt x="20361" y="38753"/>
                </a:lnTo>
                <a:cubicBezTo>
                  <a:pt x="20430" y="38727"/>
                  <a:pt x="20500" y="38702"/>
                  <a:pt x="20574" y="38713"/>
                </a:cubicBezTo>
                <a:cubicBezTo>
                  <a:pt x="20983" y="38569"/>
                  <a:pt x="21402" y="38491"/>
                  <a:pt x="21827" y="38477"/>
                </a:cubicBezTo>
                <a:close/>
                <a:moveTo>
                  <a:pt x="14" y="38435"/>
                </a:moveTo>
                <a:lnTo>
                  <a:pt x="239" y="38477"/>
                </a:lnTo>
                <a:cubicBezTo>
                  <a:pt x="664" y="38491"/>
                  <a:pt x="1083" y="38569"/>
                  <a:pt x="1492" y="38713"/>
                </a:cubicBezTo>
                <a:cubicBezTo>
                  <a:pt x="1565" y="38702"/>
                  <a:pt x="1635" y="38727"/>
                  <a:pt x="1705" y="38753"/>
                </a:cubicBezTo>
                <a:lnTo>
                  <a:pt x="1706" y="38783"/>
                </a:lnTo>
                <a:cubicBezTo>
                  <a:pt x="6418" y="40330"/>
                  <a:pt x="10108" y="47642"/>
                  <a:pt x="10768" y="56831"/>
                </a:cubicBezTo>
                <a:cubicBezTo>
                  <a:pt x="10771" y="56832"/>
                  <a:pt x="10773" y="56832"/>
                  <a:pt x="10775" y="56832"/>
                </a:cubicBezTo>
                <a:lnTo>
                  <a:pt x="10782" y="57006"/>
                </a:lnTo>
                <a:cubicBezTo>
                  <a:pt x="10849" y="57794"/>
                  <a:pt x="10881" y="58598"/>
                  <a:pt x="10880" y="59414"/>
                </a:cubicBezTo>
                <a:cubicBezTo>
                  <a:pt x="10897" y="59561"/>
                  <a:pt x="10898" y="59708"/>
                  <a:pt x="10898" y="59856"/>
                </a:cubicBezTo>
                <a:cubicBezTo>
                  <a:pt x="10898" y="59956"/>
                  <a:pt x="10898" y="60055"/>
                  <a:pt x="10890" y="60154"/>
                </a:cubicBezTo>
                <a:lnTo>
                  <a:pt x="10884" y="60153"/>
                </a:lnTo>
                <a:lnTo>
                  <a:pt x="10883" y="60166"/>
                </a:lnTo>
                <a:lnTo>
                  <a:pt x="10659" y="60124"/>
                </a:lnTo>
                <a:cubicBezTo>
                  <a:pt x="10234" y="60110"/>
                  <a:pt x="9815" y="60032"/>
                  <a:pt x="9406" y="59888"/>
                </a:cubicBezTo>
                <a:cubicBezTo>
                  <a:pt x="9332" y="59899"/>
                  <a:pt x="9263" y="59874"/>
                  <a:pt x="9193" y="59848"/>
                </a:cubicBezTo>
                <a:lnTo>
                  <a:pt x="9191" y="59818"/>
                </a:lnTo>
                <a:cubicBezTo>
                  <a:pt x="4479" y="58271"/>
                  <a:pt x="789" y="50959"/>
                  <a:pt x="129" y="41771"/>
                </a:cubicBezTo>
                <a:cubicBezTo>
                  <a:pt x="127" y="41769"/>
                  <a:pt x="125" y="41769"/>
                  <a:pt x="123" y="41769"/>
                </a:cubicBezTo>
                <a:lnTo>
                  <a:pt x="116" y="41595"/>
                </a:lnTo>
                <a:cubicBezTo>
                  <a:pt x="49" y="40807"/>
                  <a:pt x="17" y="40003"/>
                  <a:pt x="17" y="39187"/>
                </a:cubicBezTo>
                <a:cubicBezTo>
                  <a:pt x="0" y="39040"/>
                  <a:pt x="0" y="38893"/>
                  <a:pt x="0" y="38745"/>
                </a:cubicBezTo>
                <a:lnTo>
                  <a:pt x="7" y="38447"/>
                </a:lnTo>
                <a:lnTo>
                  <a:pt x="14" y="38448"/>
                </a:lnTo>
                <a:close/>
                <a:moveTo>
                  <a:pt x="101923" y="19700"/>
                </a:moveTo>
                <a:cubicBezTo>
                  <a:pt x="102623" y="26811"/>
                  <a:pt x="105443" y="32448"/>
                  <a:pt x="109057" y="34001"/>
                </a:cubicBezTo>
                <a:cubicBezTo>
                  <a:pt x="108357" y="26890"/>
                  <a:pt x="105536" y="21253"/>
                  <a:pt x="101923" y="19700"/>
                </a:cubicBezTo>
                <a:close/>
                <a:moveTo>
                  <a:pt x="97889" y="19700"/>
                </a:moveTo>
                <a:cubicBezTo>
                  <a:pt x="94275" y="21253"/>
                  <a:pt x="91455" y="26890"/>
                  <a:pt x="90755" y="34001"/>
                </a:cubicBezTo>
                <a:cubicBezTo>
                  <a:pt x="94368" y="32448"/>
                  <a:pt x="97189" y="26811"/>
                  <a:pt x="97889" y="19700"/>
                </a:cubicBezTo>
                <a:close/>
                <a:moveTo>
                  <a:pt x="79705" y="19700"/>
                </a:moveTo>
                <a:cubicBezTo>
                  <a:pt x="80404" y="26811"/>
                  <a:pt x="83225" y="32448"/>
                  <a:pt x="86839" y="34001"/>
                </a:cubicBezTo>
                <a:cubicBezTo>
                  <a:pt x="86139" y="26890"/>
                  <a:pt x="83318" y="21253"/>
                  <a:pt x="79705" y="19700"/>
                </a:cubicBezTo>
                <a:close/>
                <a:moveTo>
                  <a:pt x="75671" y="19700"/>
                </a:moveTo>
                <a:cubicBezTo>
                  <a:pt x="72057" y="21253"/>
                  <a:pt x="69236" y="26890"/>
                  <a:pt x="68537" y="34001"/>
                </a:cubicBezTo>
                <a:cubicBezTo>
                  <a:pt x="72150" y="32448"/>
                  <a:pt x="74971" y="26811"/>
                  <a:pt x="75671" y="19700"/>
                </a:cubicBezTo>
                <a:close/>
                <a:moveTo>
                  <a:pt x="57486" y="19700"/>
                </a:moveTo>
                <a:cubicBezTo>
                  <a:pt x="58186" y="26811"/>
                  <a:pt x="61007" y="32448"/>
                  <a:pt x="64620" y="34001"/>
                </a:cubicBezTo>
                <a:cubicBezTo>
                  <a:pt x="63921" y="26890"/>
                  <a:pt x="61100" y="21253"/>
                  <a:pt x="57486" y="19700"/>
                </a:cubicBezTo>
                <a:close/>
                <a:moveTo>
                  <a:pt x="53452" y="19700"/>
                </a:moveTo>
                <a:cubicBezTo>
                  <a:pt x="49839" y="21253"/>
                  <a:pt x="47018" y="26890"/>
                  <a:pt x="46318" y="34001"/>
                </a:cubicBezTo>
                <a:cubicBezTo>
                  <a:pt x="49932" y="32448"/>
                  <a:pt x="52753" y="26811"/>
                  <a:pt x="53452" y="19700"/>
                </a:cubicBezTo>
                <a:close/>
                <a:moveTo>
                  <a:pt x="35268" y="19700"/>
                </a:moveTo>
                <a:cubicBezTo>
                  <a:pt x="35968" y="26811"/>
                  <a:pt x="38789" y="32448"/>
                  <a:pt x="42402" y="34001"/>
                </a:cubicBezTo>
                <a:cubicBezTo>
                  <a:pt x="41702" y="26890"/>
                  <a:pt x="38882" y="21253"/>
                  <a:pt x="35268" y="19700"/>
                </a:cubicBezTo>
                <a:close/>
                <a:moveTo>
                  <a:pt x="31234" y="19700"/>
                </a:moveTo>
                <a:cubicBezTo>
                  <a:pt x="27621" y="21253"/>
                  <a:pt x="24800" y="26890"/>
                  <a:pt x="24100" y="34001"/>
                </a:cubicBezTo>
                <a:cubicBezTo>
                  <a:pt x="27714" y="32448"/>
                  <a:pt x="30534" y="26811"/>
                  <a:pt x="31234" y="19700"/>
                </a:cubicBezTo>
                <a:close/>
                <a:moveTo>
                  <a:pt x="13050" y="19700"/>
                </a:moveTo>
                <a:cubicBezTo>
                  <a:pt x="13749" y="26811"/>
                  <a:pt x="16570" y="32448"/>
                  <a:pt x="20184" y="34001"/>
                </a:cubicBezTo>
                <a:cubicBezTo>
                  <a:pt x="19484" y="26890"/>
                  <a:pt x="16663" y="21253"/>
                  <a:pt x="13050" y="19700"/>
                </a:cubicBezTo>
                <a:close/>
                <a:moveTo>
                  <a:pt x="9016" y="19700"/>
                </a:moveTo>
                <a:cubicBezTo>
                  <a:pt x="5402" y="21253"/>
                  <a:pt x="2581" y="26890"/>
                  <a:pt x="1882" y="34001"/>
                </a:cubicBezTo>
                <a:cubicBezTo>
                  <a:pt x="5495" y="32448"/>
                  <a:pt x="8316" y="26811"/>
                  <a:pt x="9016" y="19700"/>
                </a:cubicBezTo>
                <a:close/>
                <a:moveTo>
                  <a:pt x="120000" y="16390"/>
                </a:moveTo>
                <a:lnTo>
                  <a:pt x="120000" y="19763"/>
                </a:lnTo>
                <a:lnTo>
                  <a:pt x="118792" y="20469"/>
                </a:lnTo>
                <a:cubicBezTo>
                  <a:pt x="115822" y="22685"/>
                  <a:pt x="113585" y="27779"/>
                  <a:pt x="112973" y="34001"/>
                </a:cubicBezTo>
                <a:cubicBezTo>
                  <a:pt x="116135" y="32642"/>
                  <a:pt x="118690" y="28156"/>
                  <a:pt x="119748" y="22293"/>
                </a:cubicBezTo>
                <a:lnTo>
                  <a:pt x="120000" y="20477"/>
                </a:lnTo>
                <a:lnTo>
                  <a:pt x="120000" y="28497"/>
                </a:lnTo>
                <a:lnTo>
                  <a:pt x="119945" y="28675"/>
                </a:lnTo>
                <a:cubicBezTo>
                  <a:pt x="118288" y="33233"/>
                  <a:pt x="115743" y="36477"/>
                  <a:pt x="112798" y="37451"/>
                </a:cubicBezTo>
                <a:lnTo>
                  <a:pt x="112796" y="37481"/>
                </a:lnTo>
                <a:cubicBezTo>
                  <a:pt x="112726" y="37508"/>
                  <a:pt x="112657" y="37533"/>
                  <a:pt x="112583" y="37522"/>
                </a:cubicBezTo>
                <a:cubicBezTo>
                  <a:pt x="112174" y="37667"/>
                  <a:pt x="111755" y="37746"/>
                  <a:pt x="111330" y="37759"/>
                </a:cubicBezTo>
                <a:lnTo>
                  <a:pt x="111106" y="37802"/>
                </a:lnTo>
                <a:lnTo>
                  <a:pt x="111105" y="37789"/>
                </a:lnTo>
                <a:lnTo>
                  <a:pt x="111099" y="37790"/>
                </a:lnTo>
                <a:cubicBezTo>
                  <a:pt x="111091" y="37690"/>
                  <a:pt x="111091" y="37590"/>
                  <a:pt x="111091" y="37490"/>
                </a:cubicBezTo>
                <a:cubicBezTo>
                  <a:pt x="111091" y="37341"/>
                  <a:pt x="111092" y="37192"/>
                  <a:pt x="111109" y="37044"/>
                </a:cubicBezTo>
                <a:cubicBezTo>
                  <a:pt x="111108" y="36222"/>
                  <a:pt x="111140" y="35411"/>
                  <a:pt x="111207" y="34617"/>
                </a:cubicBezTo>
                <a:lnTo>
                  <a:pt x="111214" y="34442"/>
                </a:lnTo>
                <a:cubicBezTo>
                  <a:pt x="111216" y="34442"/>
                  <a:pt x="111218" y="34441"/>
                  <a:pt x="111221" y="34440"/>
                </a:cubicBezTo>
                <a:cubicBezTo>
                  <a:pt x="111798" y="26336"/>
                  <a:pt x="114696" y="19681"/>
                  <a:pt x="118568" y="17099"/>
                </a:cubicBezTo>
                <a:close/>
                <a:moveTo>
                  <a:pt x="100055" y="15899"/>
                </a:moveTo>
                <a:lnTo>
                  <a:pt x="100280" y="15942"/>
                </a:lnTo>
                <a:cubicBezTo>
                  <a:pt x="100705" y="15955"/>
                  <a:pt x="101124" y="16034"/>
                  <a:pt x="101533" y="16179"/>
                </a:cubicBezTo>
                <a:cubicBezTo>
                  <a:pt x="101606" y="16168"/>
                  <a:pt x="101676" y="16193"/>
                  <a:pt x="101746" y="16220"/>
                </a:cubicBezTo>
                <a:lnTo>
                  <a:pt x="101747" y="16250"/>
                </a:lnTo>
                <a:cubicBezTo>
                  <a:pt x="106459" y="17809"/>
                  <a:pt x="110149" y="25178"/>
                  <a:pt x="110809" y="34440"/>
                </a:cubicBezTo>
                <a:cubicBezTo>
                  <a:pt x="110812" y="34441"/>
                  <a:pt x="110814" y="34442"/>
                  <a:pt x="110816" y="34442"/>
                </a:cubicBezTo>
                <a:lnTo>
                  <a:pt x="110823" y="34617"/>
                </a:lnTo>
                <a:cubicBezTo>
                  <a:pt x="110890" y="35411"/>
                  <a:pt x="110922" y="36222"/>
                  <a:pt x="110921" y="37044"/>
                </a:cubicBezTo>
                <a:cubicBezTo>
                  <a:pt x="110938" y="37192"/>
                  <a:pt x="110939" y="37341"/>
                  <a:pt x="110939" y="37490"/>
                </a:cubicBezTo>
                <a:cubicBezTo>
                  <a:pt x="110939" y="37590"/>
                  <a:pt x="110939" y="37690"/>
                  <a:pt x="110931" y="37790"/>
                </a:cubicBezTo>
                <a:lnTo>
                  <a:pt x="110925" y="37789"/>
                </a:lnTo>
                <a:lnTo>
                  <a:pt x="110925" y="37802"/>
                </a:lnTo>
                <a:lnTo>
                  <a:pt x="110700" y="37759"/>
                </a:lnTo>
                <a:cubicBezTo>
                  <a:pt x="110275" y="37746"/>
                  <a:pt x="109856" y="37667"/>
                  <a:pt x="109447" y="37522"/>
                </a:cubicBezTo>
                <a:cubicBezTo>
                  <a:pt x="109374" y="37533"/>
                  <a:pt x="109304" y="37508"/>
                  <a:pt x="109234" y="37481"/>
                </a:cubicBezTo>
                <a:lnTo>
                  <a:pt x="109232" y="37451"/>
                </a:lnTo>
                <a:cubicBezTo>
                  <a:pt x="104521" y="35892"/>
                  <a:pt x="100830" y="28522"/>
                  <a:pt x="100170" y="19261"/>
                </a:cubicBezTo>
                <a:cubicBezTo>
                  <a:pt x="100168" y="19260"/>
                  <a:pt x="100166" y="19259"/>
                  <a:pt x="100164" y="19259"/>
                </a:cubicBezTo>
                <a:lnTo>
                  <a:pt x="100157" y="19084"/>
                </a:lnTo>
                <a:cubicBezTo>
                  <a:pt x="100090" y="18290"/>
                  <a:pt x="100058" y="17479"/>
                  <a:pt x="100059" y="16657"/>
                </a:cubicBezTo>
                <a:cubicBezTo>
                  <a:pt x="100041" y="16509"/>
                  <a:pt x="100041" y="16360"/>
                  <a:pt x="100041" y="16211"/>
                </a:cubicBezTo>
                <a:lnTo>
                  <a:pt x="100048" y="15911"/>
                </a:lnTo>
                <a:lnTo>
                  <a:pt x="100055" y="15912"/>
                </a:lnTo>
                <a:close/>
                <a:moveTo>
                  <a:pt x="99757" y="15899"/>
                </a:moveTo>
                <a:lnTo>
                  <a:pt x="99757" y="15912"/>
                </a:lnTo>
                <a:lnTo>
                  <a:pt x="99763" y="15911"/>
                </a:lnTo>
                <a:lnTo>
                  <a:pt x="99771" y="16211"/>
                </a:lnTo>
                <a:cubicBezTo>
                  <a:pt x="99771" y="16360"/>
                  <a:pt x="99770" y="16509"/>
                  <a:pt x="99753" y="16657"/>
                </a:cubicBezTo>
                <a:cubicBezTo>
                  <a:pt x="99754" y="17479"/>
                  <a:pt x="99722" y="18290"/>
                  <a:pt x="99655" y="19084"/>
                </a:cubicBezTo>
                <a:lnTo>
                  <a:pt x="99648" y="19259"/>
                </a:lnTo>
                <a:cubicBezTo>
                  <a:pt x="99646" y="19259"/>
                  <a:pt x="99644" y="19260"/>
                  <a:pt x="99641" y="19261"/>
                </a:cubicBezTo>
                <a:cubicBezTo>
                  <a:pt x="98981" y="28522"/>
                  <a:pt x="95291" y="35892"/>
                  <a:pt x="90579" y="37451"/>
                </a:cubicBezTo>
                <a:lnTo>
                  <a:pt x="90578" y="37481"/>
                </a:lnTo>
                <a:cubicBezTo>
                  <a:pt x="90508" y="37508"/>
                  <a:pt x="90438" y="37533"/>
                  <a:pt x="90365" y="37522"/>
                </a:cubicBezTo>
                <a:cubicBezTo>
                  <a:pt x="89956" y="37667"/>
                  <a:pt x="89537" y="37746"/>
                  <a:pt x="89112" y="37759"/>
                </a:cubicBezTo>
                <a:lnTo>
                  <a:pt x="88887" y="37802"/>
                </a:lnTo>
                <a:lnTo>
                  <a:pt x="88887" y="37789"/>
                </a:lnTo>
                <a:lnTo>
                  <a:pt x="88880" y="37790"/>
                </a:lnTo>
                <a:cubicBezTo>
                  <a:pt x="88873" y="37690"/>
                  <a:pt x="88873" y="37590"/>
                  <a:pt x="88873" y="37490"/>
                </a:cubicBezTo>
                <a:cubicBezTo>
                  <a:pt x="88873" y="37341"/>
                  <a:pt x="88873" y="37192"/>
                  <a:pt x="88891" y="37044"/>
                </a:cubicBezTo>
                <a:cubicBezTo>
                  <a:pt x="88890" y="36222"/>
                  <a:pt x="88922" y="35411"/>
                  <a:pt x="88989" y="34617"/>
                </a:cubicBezTo>
                <a:lnTo>
                  <a:pt x="88996" y="34442"/>
                </a:lnTo>
                <a:cubicBezTo>
                  <a:pt x="88998" y="34442"/>
                  <a:pt x="89000" y="34441"/>
                  <a:pt x="89002" y="34440"/>
                </a:cubicBezTo>
                <a:cubicBezTo>
                  <a:pt x="89662" y="25178"/>
                  <a:pt x="93353" y="17809"/>
                  <a:pt x="98064" y="16250"/>
                </a:cubicBezTo>
                <a:lnTo>
                  <a:pt x="98066" y="16220"/>
                </a:lnTo>
                <a:cubicBezTo>
                  <a:pt x="98136" y="16193"/>
                  <a:pt x="98206" y="16168"/>
                  <a:pt x="98279" y="16179"/>
                </a:cubicBezTo>
                <a:cubicBezTo>
                  <a:pt x="98688" y="16034"/>
                  <a:pt x="99107" y="15955"/>
                  <a:pt x="99532" y="15942"/>
                </a:cubicBezTo>
                <a:close/>
                <a:moveTo>
                  <a:pt x="77837" y="15899"/>
                </a:moveTo>
                <a:lnTo>
                  <a:pt x="78061" y="15942"/>
                </a:lnTo>
                <a:cubicBezTo>
                  <a:pt x="78487" y="15955"/>
                  <a:pt x="78905" y="16034"/>
                  <a:pt x="79315" y="16179"/>
                </a:cubicBezTo>
                <a:cubicBezTo>
                  <a:pt x="79388" y="16168"/>
                  <a:pt x="79458" y="16193"/>
                  <a:pt x="79528" y="16220"/>
                </a:cubicBezTo>
                <a:lnTo>
                  <a:pt x="79529" y="16250"/>
                </a:lnTo>
                <a:cubicBezTo>
                  <a:pt x="84241" y="17809"/>
                  <a:pt x="87931" y="25178"/>
                  <a:pt x="88591" y="34440"/>
                </a:cubicBezTo>
                <a:cubicBezTo>
                  <a:pt x="88593" y="34441"/>
                  <a:pt x="88596" y="34442"/>
                  <a:pt x="88598" y="34442"/>
                </a:cubicBezTo>
                <a:lnTo>
                  <a:pt x="88605" y="34617"/>
                </a:lnTo>
                <a:cubicBezTo>
                  <a:pt x="88671" y="35411"/>
                  <a:pt x="88704" y="36222"/>
                  <a:pt x="88703" y="37044"/>
                </a:cubicBezTo>
                <a:cubicBezTo>
                  <a:pt x="88720" y="37192"/>
                  <a:pt x="88721" y="37341"/>
                  <a:pt x="88721" y="37490"/>
                </a:cubicBezTo>
                <a:cubicBezTo>
                  <a:pt x="88721" y="37590"/>
                  <a:pt x="88721" y="37690"/>
                  <a:pt x="88713" y="37790"/>
                </a:cubicBezTo>
                <a:lnTo>
                  <a:pt x="88707" y="37789"/>
                </a:lnTo>
                <a:lnTo>
                  <a:pt x="88706" y="37802"/>
                </a:lnTo>
                <a:lnTo>
                  <a:pt x="88482" y="37759"/>
                </a:lnTo>
                <a:cubicBezTo>
                  <a:pt x="88056" y="37746"/>
                  <a:pt x="87638" y="37667"/>
                  <a:pt x="87229" y="37522"/>
                </a:cubicBezTo>
                <a:cubicBezTo>
                  <a:pt x="87155" y="37533"/>
                  <a:pt x="87085" y="37508"/>
                  <a:pt x="87016" y="37481"/>
                </a:cubicBezTo>
                <a:lnTo>
                  <a:pt x="87014" y="37451"/>
                </a:lnTo>
                <a:cubicBezTo>
                  <a:pt x="82302" y="35892"/>
                  <a:pt x="78612" y="28522"/>
                  <a:pt x="77952" y="19261"/>
                </a:cubicBezTo>
                <a:cubicBezTo>
                  <a:pt x="77950" y="19260"/>
                  <a:pt x="77948" y="19259"/>
                  <a:pt x="77945" y="19259"/>
                </a:cubicBezTo>
                <a:lnTo>
                  <a:pt x="77938" y="19084"/>
                </a:lnTo>
                <a:cubicBezTo>
                  <a:pt x="77872" y="18290"/>
                  <a:pt x="77840" y="17479"/>
                  <a:pt x="77840" y="16657"/>
                </a:cubicBezTo>
                <a:cubicBezTo>
                  <a:pt x="77823" y="16509"/>
                  <a:pt x="77822" y="16360"/>
                  <a:pt x="77822" y="16211"/>
                </a:cubicBezTo>
                <a:lnTo>
                  <a:pt x="77830" y="15911"/>
                </a:lnTo>
                <a:lnTo>
                  <a:pt x="77837" y="15912"/>
                </a:lnTo>
                <a:close/>
                <a:moveTo>
                  <a:pt x="77538" y="15899"/>
                </a:moveTo>
                <a:lnTo>
                  <a:pt x="77539" y="15912"/>
                </a:lnTo>
                <a:lnTo>
                  <a:pt x="77545" y="15911"/>
                </a:lnTo>
                <a:lnTo>
                  <a:pt x="77553" y="16211"/>
                </a:lnTo>
                <a:cubicBezTo>
                  <a:pt x="77553" y="16360"/>
                  <a:pt x="77552" y="16509"/>
                  <a:pt x="77535" y="16657"/>
                </a:cubicBezTo>
                <a:cubicBezTo>
                  <a:pt x="77536" y="17479"/>
                  <a:pt x="77503" y="18290"/>
                  <a:pt x="77437" y="19084"/>
                </a:cubicBezTo>
                <a:lnTo>
                  <a:pt x="77430" y="19259"/>
                </a:lnTo>
                <a:cubicBezTo>
                  <a:pt x="77428" y="19259"/>
                  <a:pt x="77425" y="19260"/>
                  <a:pt x="77423" y="19261"/>
                </a:cubicBezTo>
                <a:cubicBezTo>
                  <a:pt x="76763" y="28522"/>
                  <a:pt x="73073" y="35892"/>
                  <a:pt x="68361" y="37451"/>
                </a:cubicBezTo>
                <a:lnTo>
                  <a:pt x="68360" y="37481"/>
                </a:lnTo>
                <a:cubicBezTo>
                  <a:pt x="68290" y="37508"/>
                  <a:pt x="68220" y="37533"/>
                  <a:pt x="68147" y="37522"/>
                </a:cubicBezTo>
                <a:cubicBezTo>
                  <a:pt x="67737" y="37667"/>
                  <a:pt x="67319" y="37746"/>
                  <a:pt x="66894" y="37759"/>
                </a:cubicBezTo>
                <a:lnTo>
                  <a:pt x="66669" y="37802"/>
                </a:lnTo>
                <a:lnTo>
                  <a:pt x="66669" y="37789"/>
                </a:lnTo>
                <a:lnTo>
                  <a:pt x="66662" y="37790"/>
                </a:lnTo>
                <a:cubicBezTo>
                  <a:pt x="66655" y="37690"/>
                  <a:pt x="66654" y="37590"/>
                  <a:pt x="66654" y="37490"/>
                </a:cubicBezTo>
                <a:cubicBezTo>
                  <a:pt x="66654" y="37341"/>
                  <a:pt x="66655" y="37192"/>
                  <a:pt x="66672" y="37044"/>
                </a:cubicBezTo>
                <a:cubicBezTo>
                  <a:pt x="66672" y="36222"/>
                  <a:pt x="66704" y="35411"/>
                  <a:pt x="66770" y="34617"/>
                </a:cubicBezTo>
                <a:lnTo>
                  <a:pt x="66777" y="34442"/>
                </a:lnTo>
                <a:cubicBezTo>
                  <a:pt x="66780" y="34442"/>
                  <a:pt x="66782" y="34441"/>
                  <a:pt x="66784" y="34440"/>
                </a:cubicBezTo>
                <a:cubicBezTo>
                  <a:pt x="67444" y="25178"/>
                  <a:pt x="71134" y="17809"/>
                  <a:pt x="75846" y="16250"/>
                </a:cubicBezTo>
                <a:lnTo>
                  <a:pt x="75848" y="16220"/>
                </a:lnTo>
                <a:cubicBezTo>
                  <a:pt x="75917" y="16193"/>
                  <a:pt x="75987" y="16168"/>
                  <a:pt x="76060" y="16179"/>
                </a:cubicBezTo>
                <a:cubicBezTo>
                  <a:pt x="76470" y="16034"/>
                  <a:pt x="76889" y="15955"/>
                  <a:pt x="77314" y="15942"/>
                </a:cubicBezTo>
                <a:close/>
                <a:moveTo>
                  <a:pt x="55619" y="15899"/>
                </a:moveTo>
                <a:lnTo>
                  <a:pt x="55843" y="15942"/>
                </a:lnTo>
                <a:cubicBezTo>
                  <a:pt x="56268" y="15955"/>
                  <a:pt x="56687" y="16034"/>
                  <a:pt x="57097" y="16179"/>
                </a:cubicBezTo>
                <a:cubicBezTo>
                  <a:pt x="57170" y="16168"/>
                  <a:pt x="57240" y="16193"/>
                  <a:pt x="57309" y="16220"/>
                </a:cubicBezTo>
                <a:lnTo>
                  <a:pt x="57311" y="16250"/>
                </a:lnTo>
                <a:cubicBezTo>
                  <a:pt x="62023" y="17809"/>
                  <a:pt x="65713" y="25178"/>
                  <a:pt x="66373" y="34440"/>
                </a:cubicBezTo>
                <a:cubicBezTo>
                  <a:pt x="66375" y="34441"/>
                  <a:pt x="66377" y="34442"/>
                  <a:pt x="66380" y="34442"/>
                </a:cubicBezTo>
                <a:lnTo>
                  <a:pt x="66387" y="34617"/>
                </a:lnTo>
                <a:cubicBezTo>
                  <a:pt x="66453" y="35411"/>
                  <a:pt x="66485" y="36222"/>
                  <a:pt x="66485" y="37044"/>
                </a:cubicBezTo>
                <a:cubicBezTo>
                  <a:pt x="66502" y="37192"/>
                  <a:pt x="66503" y="37341"/>
                  <a:pt x="66503" y="37490"/>
                </a:cubicBezTo>
                <a:cubicBezTo>
                  <a:pt x="66503" y="37590"/>
                  <a:pt x="66502" y="37690"/>
                  <a:pt x="66495" y="37790"/>
                </a:cubicBezTo>
                <a:lnTo>
                  <a:pt x="66488" y="37789"/>
                </a:lnTo>
                <a:lnTo>
                  <a:pt x="66488" y="37802"/>
                </a:lnTo>
                <a:lnTo>
                  <a:pt x="66263" y="37759"/>
                </a:lnTo>
                <a:cubicBezTo>
                  <a:pt x="65838" y="37746"/>
                  <a:pt x="65420" y="37667"/>
                  <a:pt x="65010" y="37522"/>
                </a:cubicBezTo>
                <a:cubicBezTo>
                  <a:pt x="64937" y="37533"/>
                  <a:pt x="64867" y="37508"/>
                  <a:pt x="64797" y="37481"/>
                </a:cubicBezTo>
                <a:lnTo>
                  <a:pt x="64796" y="37451"/>
                </a:lnTo>
                <a:cubicBezTo>
                  <a:pt x="60084" y="35892"/>
                  <a:pt x="56394" y="28522"/>
                  <a:pt x="55734" y="19261"/>
                </a:cubicBezTo>
                <a:cubicBezTo>
                  <a:pt x="55732" y="19260"/>
                  <a:pt x="55729" y="19259"/>
                  <a:pt x="55727" y="19259"/>
                </a:cubicBezTo>
                <a:lnTo>
                  <a:pt x="55720" y="19084"/>
                </a:lnTo>
                <a:cubicBezTo>
                  <a:pt x="55654" y="18290"/>
                  <a:pt x="55621" y="17479"/>
                  <a:pt x="55622" y="16657"/>
                </a:cubicBezTo>
                <a:cubicBezTo>
                  <a:pt x="55605" y="16509"/>
                  <a:pt x="55604" y="16360"/>
                  <a:pt x="55604" y="16211"/>
                </a:cubicBezTo>
                <a:lnTo>
                  <a:pt x="55612" y="15911"/>
                </a:lnTo>
                <a:lnTo>
                  <a:pt x="55618" y="15912"/>
                </a:lnTo>
                <a:close/>
                <a:moveTo>
                  <a:pt x="55320" y="15899"/>
                </a:moveTo>
                <a:lnTo>
                  <a:pt x="55320" y="15912"/>
                </a:lnTo>
                <a:lnTo>
                  <a:pt x="55327" y="15911"/>
                </a:lnTo>
                <a:lnTo>
                  <a:pt x="55335" y="16211"/>
                </a:lnTo>
                <a:cubicBezTo>
                  <a:pt x="55335" y="16360"/>
                  <a:pt x="55334" y="16509"/>
                  <a:pt x="55317" y="16657"/>
                </a:cubicBezTo>
                <a:cubicBezTo>
                  <a:pt x="55317" y="17479"/>
                  <a:pt x="55285" y="18290"/>
                  <a:pt x="55219" y="19084"/>
                </a:cubicBezTo>
                <a:lnTo>
                  <a:pt x="55212" y="19259"/>
                </a:lnTo>
                <a:cubicBezTo>
                  <a:pt x="55209" y="19259"/>
                  <a:pt x="55207" y="19260"/>
                  <a:pt x="55205" y="19261"/>
                </a:cubicBezTo>
                <a:cubicBezTo>
                  <a:pt x="54545" y="28522"/>
                  <a:pt x="50855" y="35892"/>
                  <a:pt x="46143" y="37451"/>
                </a:cubicBezTo>
                <a:lnTo>
                  <a:pt x="46141" y="37481"/>
                </a:lnTo>
                <a:cubicBezTo>
                  <a:pt x="46072" y="37508"/>
                  <a:pt x="46002" y="37533"/>
                  <a:pt x="45928" y="37522"/>
                </a:cubicBezTo>
                <a:cubicBezTo>
                  <a:pt x="45519" y="37667"/>
                  <a:pt x="45101" y="37746"/>
                  <a:pt x="44675" y="37759"/>
                </a:cubicBezTo>
                <a:lnTo>
                  <a:pt x="44451" y="37802"/>
                </a:lnTo>
                <a:lnTo>
                  <a:pt x="44450" y="37789"/>
                </a:lnTo>
                <a:lnTo>
                  <a:pt x="44444" y="37790"/>
                </a:lnTo>
                <a:cubicBezTo>
                  <a:pt x="44436" y="37690"/>
                  <a:pt x="44436" y="37590"/>
                  <a:pt x="44436" y="37490"/>
                </a:cubicBezTo>
                <a:cubicBezTo>
                  <a:pt x="44436" y="37341"/>
                  <a:pt x="44437" y="37192"/>
                  <a:pt x="44454" y="37044"/>
                </a:cubicBezTo>
                <a:cubicBezTo>
                  <a:pt x="44453" y="36222"/>
                  <a:pt x="44486" y="35411"/>
                  <a:pt x="44552" y="34617"/>
                </a:cubicBezTo>
                <a:lnTo>
                  <a:pt x="44559" y="34442"/>
                </a:lnTo>
                <a:cubicBezTo>
                  <a:pt x="44561" y="34442"/>
                  <a:pt x="44564" y="34441"/>
                  <a:pt x="44566" y="34440"/>
                </a:cubicBezTo>
                <a:cubicBezTo>
                  <a:pt x="45226" y="25178"/>
                  <a:pt x="48916" y="17809"/>
                  <a:pt x="53628" y="16250"/>
                </a:cubicBezTo>
                <a:lnTo>
                  <a:pt x="53629" y="16220"/>
                </a:lnTo>
                <a:cubicBezTo>
                  <a:pt x="53699" y="16193"/>
                  <a:pt x="53769" y="16168"/>
                  <a:pt x="53842" y="16179"/>
                </a:cubicBezTo>
                <a:cubicBezTo>
                  <a:pt x="54252" y="16034"/>
                  <a:pt x="54670" y="15955"/>
                  <a:pt x="55096" y="15942"/>
                </a:cubicBezTo>
                <a:close/>
                <a:moveTo>
                  <a:pt x="33400" y="15899"/>
                </a:moveTo>
                <a:lnTo>
                  <a:pt x="33625" y="15942"/>
                </a:lnTo>
                <a:cubicBezTo>
                  <a:pt x="34050" y="15955"/>
                  <a:pt x="34469" y="16034"/>
                  <a:pt x="34878" y="16179"/>
                </a:cubicBezTo>
                <a:cubicBezTo>
                  <a:pt x="34951" y="16168"/>
                  <a:pt x="35021" y="16193"/>
                  <a:pt x="35091" y="16220"/>
                </a:cubicBezTo>
                <a:lnTo>
                  <a:pt x="35093" y="16250"/>
                </a:lnTo>
                <a:cubicBezTo>
                  <a:pt x="39804" y="17809"/>
                  <a:pt x="43495" y="25178"/>
                  <a:pt x="44155" y="34440"/>
                </a:cubicBezTo>
                <a:cubicBezTo>
                  <a:pt x="44157" y="34441"/>
                  <a:pt x="44159" y="34442"/>
                  <a:pt x="44161" y="34442"/>
                </a:cubicBezTo>
                <a:lnTo>
                  <a:pt x="44168" y="34617"/>
                </a:lnTo>
                <a:cubicBezTo>
                  <a:pt x="44235" y="35411"/>
                  <a:pt x="44267" y="36222"/>
                  <a:pt x="44266" y="37044"/>
                </a:cubicBezTo>
                <a:cubicBezTo>
                  <a:pt x="44284" y="37192"/>
                  <a:pt x="44284" y="37341"/>
                  <a:pt x="44284" y="37490"/>
                </a:cubicBezTo>
                <a:cubicBezTo>
                  <a:pt x="44284" y="37590"/>
                  <a:pt x="44284" y="37690"/>
                  <a:pt x="44277" y="37790"/>
                </a:cubicBezTo>
                <a:lnTo>
                  <a:pt x="44270" y="37789"/>
                </a:lnTo>
                <a:lnTo>
                  <a:pt x="44270" y="37802"/>
                </a:lnTo>
                <a:lnTo>
                  <a:pt x="44045" y="37759"/>
                </a:lnTo>
                <a:cubicBezTo>
                  <a:pt x="43620" y="37746"/>
                  <a:pt x="43201" y="37667"/>
                  <a:pt x="42792" y="37522"/>
                </a:cubicBezTo>
                <a:cubicBezTo>
                  <a:pt x="42719" y="37533"/>
                  <a:pt x="42649" y="37508"/>
                  <a:pt x="42579" y="37481"/>
                </a:cubicBezTo>
                <a:lnTo>
                  <a:pt x="42578" y="37451"/>
                </a:lnTo>
                <a:cubicBezTo>
                  <a:pt x="37866" y="35892"/>
                  <a:pt x="34176" y="28522"/>
                  <a:pt x="33516" y="19261"/>
                </a:cubicBezTo>
                <a:cubicBezTo>
                  <a:pt x="33513" y="19260"/>
                  <a:pt x="33511" y="19259"/>
                  <a:pt x="33509" y="19259"/>
                </a:cubicBezTo>
                <a:lnTo>
                  <a:pt x="33502" y="19084"/>
                </a:lnTo>
                <a:cubicBezTo>
                  <a:pt x="33435" y="18290"/>
                  <a:pt x="33403" y="17479"/>
                  <a:pt x="33404" y="16657"/>
                </a:cubicBezTo>
                <a:cubicBezTo>
                  <a:pt x="33387" y="16509"/>
                  <a:pt x="33386" y="16360"/>
                  <a:pt x="33386" y="16211"/>
                </a:cubicBezTo>
                <a:lnTo>
                  <a:pt x="33394" y="15911"/>
                </a:lnTo>
                <a:lnTo>
                  <a:pt x="33400" y="15912"/>
                </a:lnTo>
                <a:close/>
                <a:moveTo>
                  <a:pt x="33102" y="15899"/>
                </a:moveTo>
                <a:lnTo>
                  <a:pt x="33102" y="15912"/>
                </a:lnTo>
                <a:lnTo>
                  <a:pt x="33109" y="15911"/>
                </a:lnTo>
                <a:lnTo>
                  <a:pt x="33116" y="16211"/>
                </a:lnTo>
                <a:cubicBezTo>
                  <a:pt x="33116" y="16360"/>
                  <a:pt x="33116" y="16509"/>
                  <a:pt x="33098" y="16657"/>
                </a:cubicBezTo>
                <a:cubicBezTo>
                  <a:pt x="33099" y="17479"/>
                  <a:pt x="33067" y="18290"/>
                  <a:pt x="33000" y="19084"/>
                </a:cubicBezTo>
                <a:lnTo>
                  <a:pt x="32993" y="19259"/>
                </a:lnTo>
                <a:cubicBezTo>
                  <a:pt x="32991" y="19259"/>
                  <a:pt x="32989" y="19260"/>
                  <a:pt x="32987" y="19261"/>
                </a:cubicBezTo>
                <a:cubicBezTo>
                  <a:pt x="32327" y="28522"/>
                  <a:pt x="28636" y="35892"/>
                  <a:pt x="23925" y="37451"/>
                </a:cubicBezTo>
                <a:lnTo>
                  <a:pt x="23923" y="37481"/>
                </a:lnTo>
                <a:cubicBezTo>
                  <a:pt x="23853" y="37508"/>
                  <a:pt x="23783" y="37533"/>
                  <a:pt x="23710" y="37522"/>
                </a:cubicBezTo>
                <a:cubicBezTo>
                  <a:pt x="23301" y="37667"/>
                  <a:pt x="22882" y="37746"/>
                  <a:pt x="22457" y="37759"/>
                </a:cubicBezTo>
                <a:lnTo>
                  <a:pt x="22232" y="37802"/>
                </a:lnTo>
                <a:lnTo>
                  <a:pt x="22232" y="37789"/>
                </a:lnTo>
                <a:lnTo>
                  <a:pt x="22226" y="37790"/>
                </a:lnTo>
                <a:cubicBezTo>
                  <a:pt x="22218" y="37690"/>
                  <a:pt x="22218" y="37590"/>
                  <a:pt x="22218" y="37490"/>
                </a:cubicBezTo>
                <a:cubicBezTo>
                  <a:pt x="22218" y="37341"/>
                  <a:pt x="22219" y="37192"/>
                  <a:pt x="22236" y="37044"/>
                </a:cubicBezTo>
                <a:cubicBezTo>
                  <a:pt x="22235" y="36222"/>
                  <a:pt x="22267" y="35411"/>
                  <a:pt x="22334" y="34617"/>
                </a:cubicBezTo>
                <a:lnTo>
                  <a:pt x="22341" y="34442"/>
                </a:lnTo>
                <a:cubicBezTo>
                  <a:pt x="22343" y="34442"/>
                  <a:pt x="22345" y="34441"/>
                  <a:pt x="22348" y="34440"/>
                </a:cubicBezTo>
                <a:cubicBezTo>
                  <a:pt x="23008" y="25178"/>
                  <a:pt x="26698" y="17809"/>
                  <a:pt x="31410" y="16250"/>
                </a:cubicBezTo>
                <a:lnTo>
                  <a:pt x="31411" y="16220"/>
                </a:lnTo>
                <a:cubicBezTo>
                  <a:pt x="31481" y="16193"/>
                  <a:pt x="31551" y="16168"/>
                  <a:pt x="31624" y="16179"/>
                </a:cubicBezTo>
                <a:cubicBezTo>
                  <a:pt x="32033" y="16034"/>
                  <a:pt x="32452" y="15955"/>
                  <a:pt x="32877" y="15942"/>
                </a:cubicBezTo>
                <a:close/>
                <a:moveTo>
                  <a:pt x="11182" y="15899"/>
                </a:moveTo>
                <a:lnTo>
                  <a:pt x="11407" y="15942"/>
                </a:lnTo>
                <a:cubicBezTo>
                  <a:pt x="11832" y="15955"/>
                  <a:pt x="12251" y="16034"/>
                  <a:pt x="12660" y="16179"/>
                </a:cubicBezTo>
                <a:cubicBezTo>
                  <a:pt x="12733" y="16168"/>
                  <a:pt x="12803" y="16193"/>
                  <a:pt x="12873" y="16220"/>
                </a:cubicBezTo>
                <a:lnTo>
                  <a:pt x="12874" y="16250"/>
                </a:lnTo>
                <a:cubicBezTo>
                  <a:pt x="17586" y="17809"/>
                  <a:pt x="21276" y="25178"/>
                  <a:pt x="21936" y="34440"/>
                </a:cubicBezTo>
                <a:cubicBezTo>
                  <a:pt x="21939" y="34441"/>
                  <a:pt x="21941" y="34442"/>
                  <a:pt x="21943" y="34442"/>
                </a:cubicBezTo>
                <a:lnTo>
                  <a:pt x="21950" y="34617"/>
                </a:lnTo>
                <a:cubicBezTo>
                  <a:pt x="22017" y="35411"/>
                  <a:pt x="22049" y="36222"/>
                  <a:pt x="22048" y="37044"/>
                </a:cubicBezTo>
                <a:cubicBezTo>
                  <a:pt x="22065" y="37192"/>
                  <a:pt x="22066" y="37341"/>
                  <a:pt x="22066" y="37490"/>
                </a:cubicBezTo>
                <a:cubicBezTo>
                  <a:pt x="22066" y="37590"/>
                  <a:pt x="22066" y="37690"/>
                  <a:pt x="22058" y="37790"/>
                </a:cubicBezTo>
                <a:lnTo>
                  <a:pt x="22052" y="37789"/>
                </a:lnTo>
                <a:lnTo>
                  <a:pt x="22051" y="37802"/>
                </a:lnTo>
                <a:lnTo>
                  <a:pt x="21827" y="37759"/>
                </a:lnTo>
                <a:cubicBezTo>
                  <a:pt x="21402" y="37746"/>
                  <a:pt x="20983" y="37667"/>
                  <a:pt x="20574" y="37522"/>
                </a:cubicBezTo>
                <a:cubicBezTo>
                  <a:pt x="20500" y="37533"/>
                  <a:pt x="20431" y="37508"/>
                  <a:pt x="20361" y="37481"/>
                </a:cubicBezTo>
                <a:lnTo>
                  <a:pt x="20359" y="37451"/>
                </a:lnTo>
                <a:cubicBezTo>
                  <a:pt x="15647" y="35892"/>
                  <a:pt x="11957" y="28522"/>
                  <a:pt x="11297" y="19261"/>
                </a:cubicBezTo>
                <a:cubicBezTo>
                  <a:pt x="11295" y="19260"/>
                  <a:pt x="11293" y="19259"/>
                  <a:pt x="11291" y="19259"/>
                </a:cubicBezTo>
                <a:lnTo>
                  <a:pt x="11284" y="19084"/>
                </a:lnTo>
                <a:cubicBezTo>
                  <a:pt x="11217" y="18290"/>
                  <a:pt x="11185" y="17479"/>
                  <a:pt x="11185" y="16657"/>
                </a:cubicBezTo>
                <a:cubicBezTo>
                  <a:pt x="11168" y="16509"/>
                  <a:pt x="11167" y="16360"/>
                  <a:pt x="11167" y="16211"/>
                </a:cubicBezTo>
                <a:lnTo>
                  <a:pt x="11175" y="15911"/>
                </a:lnTo>
                <a:lnTo>
                  <a:pt x="11182" y="15912"/>
                </a:lnTo>
                <a:close/>
                <a:moveTo>
                  <a:pt x="10883" y="15899"/>
                </a:moveTo>
                <a:lnTo>
                  <a:pt x="10884" y="15912"/>
                </a:lnTo>
                <a:lnTo>
                  <a:pt x="10890" y="15911"/>
                </a:lnTo>
                <a:lnTo>
                  <a:pt x="10898" y="16211"/>
                </a:lnTo>
                <a:cubicBezTo>
                  <a:pt x="10898" y="16360"/>
                  <a:pt x="10897" y="16509"/>
                  <a:pt x="10880" y="16657"/>
                </a:cubicBezTo>
                <a:cubicBezTo>
                  <a:pt x="10881" y="17479"/>
                  <a:pt x="10849" y="18290"/>
                  <a:pt x="10782" y="19084"/>
                </a:cubicBezTo>
                <a:lnTo>
                  <a:pt x="10775" y="19259"/>
                </a:lnTo>
                <a:cubicBezTo>
                  <a:pt x="10773" y="19259"/>
                  <a:pt x="10771" y="19260"/>
                  <a:pt x="10768" y="19261"/>
                </a:cubicBezTo>
                <a:cubicBezTo>
                  <a:pt x="10108" y="28522"/>
                  <a:pt x="6418" y="35892"/>
                  <a:pt x="1706" y="37451"/>
                </a:cubicBezTo>
                <a:lnTo>
                  <a:pt x="1705" y="37481"/>
                </a:lnTo>
                <a:cubicBezTo>
                  <a:pt x="1635" y="37508"/>
                  <a:pt x="1565" y="37533"/>
                  <a:pt x="1492" y="37522"/>
                </a:cubicBezTo>
                <a:cubicBezTo>
                  <a:pt x="1083" y="37667"/>
                  <a:pt x="664" y="37746"/>
                  <a:pt x="239" y="37759"/>
                </a:cubicBezTo>
                <a:lnTo>
                  <a:pt x="14" y="37802"/>
                </a:lnTo>
                <a:lnTo>
                  <a:pt x="14" y="37789"/>
                </a:lnTo>
                <a:lnTo>
                  <a:pt x="7" y="37790"/>
                </a:lnTo>
                <a:cubicBezTo>
                  <a:pt x="0" y="37690"/>
                  <a:pt x="0" y="37590"/>
                  <a:pt x="0" y="37490"/>
                </a:cubicBezTo>
                <a:cubicBezTo>
                  <a:pt x="0" y="37341"/>
                  <a:pt x="0" y="37192"/>
                  <a:pt x="17" y="37044"/>
                </a:cubicBezTo>
                <a:cubicBezTo>
                  <a:pt x="17" y="36222"/>
                  <a:pt x="49" y="35411"/>
                  <a:pt x="116" y="34617"/>
                </a:cubicBezTo>
                <a:lnTo>
                  <a:pt x="123" y="34442"/>
                </a:lnTo>
                <a:cubicBezTo>
                  <a:pt x="125" y="34442"/>
                  <a:pt x="127" y="34441"/>
                  <a:pt x="129" y="34440"/>
                </a:cubicBezTo>
                <a:cubicBezTo>
                  <a:pt x="789" y="25178"/>
                  <a:pt x="4479" y="17809"/>
                  <a:pt x="9191" y="16250"/>
                </a:cubicBezTo>
                <a:lnTo>
                  <a:pt x="9193" y="16220"/>
                </a:lnTo>
                <a:cubicBezTo>
                  <a:pt x="9262" y="16193"/>
                  <a:pt x="9332" y="16168"/>
                  <a:pt x="9406" y="16179"/>
                </a:cubicBezTo>
                <a:cubicBezTo>
                  <a:pt x="9815" y="16034"/>
                  <a:pt x="10234" y="15955"/>
                  <a:pt x="10659" y="15942"/>
                </a:cubicBezTo>
                <a:close/>
                <a:moveTo>
                  <a:pt x="115870" y="0"/>
                </a:moveTo>
                <a:lnTo>
                  <a:pt x="118610" y="0"/>
                </a:lnTo>
                <a:cubicBezTo>
                  <a:pt x="119042" y="798"/>
                  <a:pt x="119440" y="1665"/>
                  <a:pt x="119799" y="2592"/>
                </a:cubicBezTo>
                <a:lnTo>
                  <a:pt x="120000" y="3212"/>
                </a:lnTo>
                <a:lnTo>
                  <a:pt x="120000" y="11174"/>
                </a:lnTo>
                <a:lnTo>
                  <a:pt x="119541" y="8253"/>
                </a:lnTo>
                <a:cubicBezTo>
                  <a:pt x="118788" y="4816"/>
                  <a:pt x="117499" y="1929"/>
                  <a:pt x="115870" y="0"/>
                </a:cubicBezTo>
                <a:close/>
                <a:moveTo>
                  <a:pt x="111539" y="0"/>
                </a:moveTo>
                <a:lnTo>
                  <a:pt x="113299" y="0"/>
                </a:lnTo>
                <a:cubicBezTo>
                  <a:pt x="114193" y="5196"/>
                  <a:pt x="116282" y="9333"/>
                  <a:pt x="118936" y="11200"/>
                </a:cubicBezTo>
                <a:lnTo>
                  <a:pt x="120000" y="11798"/>
                </a:lnTo>
                <a:lnTo>
                  <a:pt x="120000" y="15147"/>
                </a:lnTo>
                <a:lnTo>
                  <a:pt x="118739" y="14549"/>
                </a:lnTo>
                <a:cubicBezTo>
                  <a:pt x="115241" y="12359"/>
                  <a:pt x="112513" y="6885"/>
                  <a:pt x="111539" y="0"/>
                </a:cubicBezTo>
                <a:close/>
                <a:moveTo>
                  <a:pt x="103420" y="0"/>
                </a:moveTo>
                <a:lnTo>
                  <a:pt x="106161" y="0"/>
                </a:lnTo>
                <a:cubicBezTo>
                  <a:pt x="103988" y="2572"/>
                  <a:pt x="102420" y="6846"/>
                  <a:pt x="101923" y="11859"/>
                </a:cubicBezTo>
                <a:cubicBezTo>
                  <a:pt x="105127" y="10493"/>
                  <a:pt x="107709" y="5939"/>
                  <a:pt x="108732" y="0"/>
                </a:cubicBezTo>
                <a:lnTo>
                  <a:pt x="110491" y="0"/>
                </a:lnTo>
                <a:cubicBezTo>
                  <a:pt x="109378" y="7869"/>
                  <a:pt x="105974" y="13894"/>
                  <a:pt x="101747" y="15282"/>
                </a:cubicBezTo>
                <a:lnTo>
                  <a:pt x="101746" y="15312"/>
                </a:lnTo>
                <a:cubicBezTo>
                  <a:pt x="101676" y="15338"/>
                  <a:pt x="101606" y="15363"/>
                  <a:pt x="101533" y="15352"/>
                </a:cubicBezTo>
                <a:cubicBezTo>
                  <a:pt x="101124" y="15496"/>
                  <a:pt x="100705" y="15574"/>
                  <a:pt x="100280" y="15588"/>
                </a:cubicBezTo>
                <a:lnTo>
                  <a:pt x="100055" y="15630"/>
                </a:lnTo>
                <a:lnTo>
                  <a:pt x="100055" y="15617"/>
                </a:lnTo>
                <a:lnTo>
                  <a:pt x="100048" y="15618"/>
                </a:lnTo>
                <a:cubicBezTo>
                  <a:pt x="100041" y="15519"/>
                  <a:pt x="100041" y="15420"/>
                  <a:pt x="100041" y="15320"/>
                </a:cubicBezTo>
                <a:cubicBezTo>
                  <a:pt x="100041" y="15172"/>
                  <a:pt x="100041" y="15025"/>
                  <a:pt x="100059" y="14878"/>
                </a:cubicBezTo>
                <a:cubicBezTo>
                  <a:pt x="100058" y="14062"/>
                  <a:pt x="100090" y="13258"/>
                  <a:pt x="100157" y="12470"/>
                </a:cubicBezTo>
                <a:lnTo>
                  <a:pt x="100164" y="12296"/>
                </a:lnTo>
                <a:cubicBezTo>
                  <a:pt x="100166" y="12296"/>
                  <a:pt x="100168" y="12296"/>
                  <a:pt x="100170" y="12294"/>
                </a:cubicBezTo>
                <a:cubicBezTo>
                  <a:pt x="100516" y="7487"/>
                  <a:pt x="101690" y="3194"/>
                  <a:pt x="103420" y="0"/>
                </a:cubicBezTo>
                <a:close/>
                <a:moveTo>
                  <a:pt x="89321" y="0"/>
                </a:moveTo>
                <a:lnTo>
                  <a:pt x="91080" y="0"/>
                </a:lnTo>
                <a:cubicBezTo>
                  <a:pt x="92103" y="5939"/>
                  <a:pt x="94684" y="10493"/>
                  <a:pt x="97889" y="11859"/>
                </a:cubicBezTo>
                <a:cubicBezTo>
                  <a:pt x="97392" y="6846"/>
                  <a:pt x="95824" y="2572"/>
                  <a:pt x="93651" y="0"/>
                </a:cubicBezTo>
                <a:lnTo>
                  <a:pt x="96392" y="0"/>
                </a:lnTo>
                <a:cubicBezTo>
                  <a:pt x="98121" y="3194"/>
                  <a:pt x="99296" y="7487"/>
                  <a:pt x="99641" y="12294"/>
                </a:cubicBezTo>
                <a:cubicBezTo>
                  <a:pt x="99644" y="12296"/>
                  <a:pt x="99646" y="12296"/>
                  <a:pt x="99648" y="12296"/>
                </a:cubicBezTo>
                <a:lnTo>
                  <a:pt x="99655" y="12470"/>
                </a:lnTo>
                <a:cubicBezTo>
                  <a:pt x="99722" y="13258"/>
                  <a:pt x="99754" y="14062"/>
                  <a:pt x="99753" y="14878"/>
                </a:cubicBezTo>
                <a:cubicBezTo>
                  <a:pt x="99770" y="15025"/>
                  <a:pt x="99771" y="15172"/>
                  <a:pt x="99771" y="15320"/>
                </a:cubicBezTo>
                <a:cubicBezTo>
                  <a:pt x="99771" y="15420"/>
                  <a:pt x="99771" y="15519"/>
                  <a:pt x="99763" y="15618"/>
                </a:cubicBezTo>
                <a:lnTo>
                  <a:pt x="99757" y="15617"/>
                </a:lnTo>
                <a:lnTo>
                  <a:pt x="99757" y="15630"/>
                </a:lnTo>
                <a:lnTo>
                  <a:pt x="99532" y="15588"/>
                </a:lnTo>
                <a:cubicBezTo>
                  <a:pt x="99107" y="15574"/>
                  <a:pt x="98688" y="15496"/>
                  <a:pt x="98279" y="15352"/>
                </a:cubicBezTo>
                <a:cubicBezTo>
                  <a:pt x="98206" y="15363"/>
                  <a:pt x="98136" y="15338"/>
                  <a:pt x="98066" y="15312"/>
                </a:cubicBezTo>
                <a:lnTo>
                  <a:pt x="98064" y="15282"/>
                </a:lnTo>
                <a:cubicBezTo>
                  <a:pt x="93838" y="13894"/>
                  <a:pt x="90434" y="7869"/>
                  <a:pt x="89321" y="0"/>
                </a:cubicBezTo>
                <a:close/>
                <a:moveTo>
                  <a:pt x="81202" y="0"/>
                </a:moveTo>
                <a:lnTo>
                  <a:pt x="83942" y="0"/>
                </a:lnTo>
                <a:cubicBezTo>
                  <a:pt x="81770" y="2572"/>
                  <a:pt x="80202" y="6846"/>
                  <a:pt x="79705" y="11859"/>
                </a:cubicBezTo>
                <a:cubicBezTo>
                  <a:pt x="82909" y="10493"/>
                  <a:pt x="85490" y="5939"/>
                  <a:pt x="86513" y="0"/>
                </a:cubicBezTo>
                <a:lnTo>
                  <a:pt x="88273" y="0"/>
                </a:lnTo>
                <a:cubicBezTo>
                  <a:pt x="87160" y="7869"/>
                  <a:pt x="83755" y="13894"/>
                  <a:pt x="79529" y="15282"/>
                </a:cubicBezTo>
                <a:lnTo>
                  <a:pt x="79528" y="15312"/>
                </a:lnTo>
                <a:cubicBezTo>
                  <a:pt x="79458" y="15338"/>
                  <a:pt x="79388" y="15363"/>
                  <a:pt x="79315" y="15352"/>
                </a:cubicBezTo>
                <a:cubicBezTo>
                  <a:pt x="78905" y="15496"/>
                  <a:pt x="78487" y="15574"/>
                  <a:pt x="78062" y="15588"/>
                </a:cubicBezTo>
                <a:lnTo>
                  <a:pt x="77837" y="15630"/>
                </a:lnTo>
                <a:lnTo>
                  <a:pt x="77837" y="15617"/>
                </a:lnTo>
                <a:lnTo>
                  <a:pt x="77830" y="15618"/>
                </a:lnTo>
                <a:cubicBezTo>
                  <a:pt x="77823" y="15519"/>
                  <a:pt x="77822" y="15420"/>
                  <a:pt x="77822" y="15320"/>
                </a:cubicBezTo>
                <a:cubicBezTo>
                  <a:pt x="77822" y="15172"/>
                  <a:pt x="77823" y="15025"/>
                  <a:pt x="77840" y="14878"/>
                </a:cubicBezTo>
                <a:cubicBezTo>
                  <a:pt x="77840" y="14062"/>
                  <a:pt x="77872" y="13258"/>
                  <a:pt x="77938" y="12470"/>
                </a:cubicBezTo>
                <a:lnTo>
                  <a:pt x="77945" y="12296"/>
                </a:lnTo>
                <a:cubicBezTo>
                  <a:pt x="77948" y="12296"/>
                  <a:pt x="77950" y="12296"/>
                  <a:pt x="77952" y="12294"/>
                </a:cubicBezTo>
                <a:cubicBezTo>
                  <a:pt x="78297" y="7487"/>
                  <a:pt x="79472" y="3194"/>
                  <a:pt x="81202" y="0"/>
                </a:cubicBezTo>
                <a:close/>
                <a:moveTo>
                  <a:pt x="67102" y="0"/>
                </a:moveTo>
                <a:lnTo>
                  <a:pt x="68862" y="0"/>
                </a:lnTo>
                <a:cubicBezTo>
                  <a:pt x="69885" y="5939"/>
                  <a:pt x="72466" y="10493"/>
                  <a:pt x="75671" y="11859"/>
                </a:cubicBezTo>
                <a:cubicBezTo>
                  <a:pt x="75174" y="6846"/>
                  <a:pt x="73606" y="2572"/>
                  <a:pt x="71433" y="0"/>
                </a:cubicBezTo>
                <a:lnTo>
                  <a:pt x="74173" y="0"/>
                </a:lnTo>
                <a:cubicBezTo>
                  <a:pt x="75903" y="3194"/>
                  <a:pt x="77078" y="7487"/>
                  <a:pt x="77423" y="12294"/>
                </a:cubicBezTo>
                <a:cubicBezTo>
                  <a:pt x="77425" y="12296"/>
                  <a:pt x="77428" y="12296"/>
                  <a:pt x="77430" y="12296"/>
                </a:cubicBezTo>
                <a:lnTo>
                  <a:pt x="77437" y="12470"/>
                </a:lnTo>
                <a:cubicBezTo>
                  <a:pt x="77503" y="13258"/>
                  <a:pt x="77536" y="14062"/>
                  <a:pt x="77535" y="14878"/>
                </a:cubicBezTo>
                <a:cubicBezTo>
                  <a:pt x="77552" y="15025"/>
                  <a:pt x="77553" y="15172"/>
                  <a:pt x="77553" y="15320"/>
                </a:cubicBezTo>
                <a:cubicBezTo>
                  <a:pt x="77553" y="15420"/>
                  <a:pt x="77553" y="15519"/>
                  <a:pt x="77545" y="15618"/>
                </a:cubicBezTo>
                <a:lnTo>
                  <a:pt x="77539" y="15617"/>
                </a:lnTo>
                <a:lnTo>
                  <a:pt x="77538" y="15630"/>
                </a:lnTo>
                <a:lnTo>
                  <a:pt x="77314" y="15588"/>
                </a:lnTo>
                <a:cubicBezTo>
                  <a:pt x="76888" y="15574"/>
                  <a:pt x="76470" y="15496"/>
                  <a:pt x="76061" y="15352"/>
                </a:cubicBezTo>
                <a:cubicBezTo>
                  <a:pt x="75987" y="15363"/>
                  <a:pt x="75917" y="15338"/>
                  <a:pt x="75848" y="15312"/>
                </a:cubicBezTo>
                <a:lnTo>
                  <a:pt x="75846" y="15282"/>
                </a:lnTo>
                <a:cubicBezTo>
                  <a:pt x="71620" y="13894"/>
                  <a:pt x="68216" y="7869"/>
                  <a:pt x="67102" y="0"/>
                </a:cubicBezTo>
                <a:close/>
                <a:moveTo>
                  <a:pt x="58984" y="0"/>
                </a:moveTo>
                <a:lnTo>
                  <a:pt x="61724" y="0"/>
                </a:lnTo>
                <a:cubicBezTo>
                  <a:pt x="59551" y="2572"/>
                  <a:pt x="57983" y="6846"/>
                  <a:pt x="57486" y="11859"/>
                </a:cubicBezTo>
                <a:cubicBezTo>
                  <a:pt x="60691" y="10493"/>
                  <a:pt x="63272" y="5939"/>
                  <a:pt x="64295" y="0"/>
                </a:cubicBezTo>
                <a:lnTo>
                  <a:pt x="66055" y="0"/>
                </a:lnTo>
                <a:cubicBezTo>
                  <a:pt x="64941" y="7869"/>
                  <a:pt x="61537" y="13894"/>
                  <a:pt x="57311" y="15282"/>
                </a:cubicBezTo>
                <a:lnTo>
                  <a:pt x="57309" y="15312"/>
                </a:lnTo>
                <a:cubicBezTo>
                  <a:pt x="57240" y="15338"/>
                  <a:pt x="57170" y="15363"/>
                  <a:pt x="57096" y="15352"/>
                </a:cubicBezTo>
                <a:cubicBezTo>
                  <a:pt x="56687" y="15496"/>
                  <a:pt x="56269" y="15574"/>
                  <a:pt x="55843" y="15588"/>
                </a:cubicBezTo>
                <a:lnTo>
                  <a:pt x="55619" y="15630"/>
                </a:lnTo>
                <a:lnTo>
                  <a:pt x="55618" y="15617"/>
                </a:lnTo>
                <a:lnTo>
                  <a:pt x="55612" y="15618"/>
                </a:lnTo>
                <a:cubicBezTo>
                  <a:pt x="55604" y="15519"/>
                  <a:pt x="55604" y="15420"/>
                  <a:pt x="55604" y="15320"/>
                </a:cubicBezTo>
                <a:cubicBezTo>
                  <a:pt x="55604" y="15172"/>
                  <a:pt x="55605" y="15025"/>
                  <a:pt x="55622" y="14878"/>
                </a:cubicBezTo>
                <a:cubicBezTo>
                  <a:pt x="55621" y="14062"/>
                  <a:pt x="55654" y="13258"/>
                  <a:pt x="55720" y="12470"/>
                </a:cubicBezTo>
                <a:lnTo>
                  <a:pt x="55727" y="12296"/>
                </a:lnTo>
                <a:cubicBezTo>
                  <a:pt x="55729" y="12296"/>
                  <a:pt x="55732" y="12296"/>
                  <a:pt x="55734" y="12294"/>
                </a:cubicBezTo>
                <a:cubicBezTo>
                  <a:pt x="56079" y="7487"/>
                  <a:pt x="57254" y="3194"/>
                  <a:pt x="58984" y="0"/>
                </a:cubicBezTo>
                <a:close/>
                <a:moveTo>
                  <a:pt x="44884" y="0"/>
                </a:moveTo>
                <a:lnTo>
                  <a:pt x="46644" y="0"/>
                </a:lnTo>
                <a:cubicBezTo>
                  <a:pt x="47667" y="5939"/>
                  <a:pt x="50248" y="10493"/>
                  <a:pt x="53452" y="11859"/>
                </a:cubicBezTo>
                <a:cubicBezTo>
                  <a:pt x="52955" y="6846"/>
                  <a:pt x="51387" y="2572"/>
                  <a:pt x="49215" y="0"/>
                </a:cubicBezTo>
                <a:lnTo>
                  <a:pt x="51955" y="0"/>
                </a:lnTo>
                <a:cubicBezTo>
                  <a:pt x="53685" y="3194"/>
                  <a:pt x="54860" y="7487"/>
                  <a:pt x="55205" y="12294"/>
                </a:cubicBezTo>
                <a:cubicBezTo>
                  <a:pt x="55207" y="12296"/>
                  <a:pt x="55209" y="12296"/>
                  <a:pt x="55212" y="12296"/>
                </a:cubicBezTo>
                <a:lnTo>
                  <a:pt x="55219" y="12470"/>
                </a:lnTo>
                <a:cubicBezTo>
                  <a:pt x="55285" y="13258"/>
                  <a:pt x="55317" y="14062"/>
                  <a:pt x="55317" y="14878"/>
                </a:cubicBezTo>
                <a:cubicBezTo>
                  <a:pt x="55334" y="15025"/>
                  <a:pt x="55335" y="15172"/>
                  <a:pt x="55335" y="15320"/>
                </a:cubicBezTo>
                <a:cubicBezTo>
                  <a:pt x="55335" y="15420"/>
                  <a:pt x="55334" y="15519"/>
                  <a:pt x="55327" y="15618"/>
                </a:cubicBezTo>
                <a:lnTo>
                  <a:pt x="55320" y="15617"/>
                </a:lnTo>
                <a:lnTo>
                  <a:pt x="55320" y="15630"/>
                </a:lnTo>
                <a:lnTo>
                  <a:pt x="55095" y="15588"/>
                </a:lnTo>
                <a:cubicBezTo>
                  <a:pt x="54670" y="15574"/>
                  <a:pt x="54252" y="15496"/>
                  <a:pt x="53842" y="15352"/>
                </a:cubicBezTo>
                <a:cubicBezTo>
                  <a:pt x="53769" y="15363"/>
                  <a:pt x="53699" y="15338"/>
                  <a:pt x="53629" y="15312"/>
                </a:cubicBezTo>
                <a:lnTo>
                  <a:pt x="53628" y="15282"/>
                </a:lnTo>
                <a:cubicBezTo>
                  <a:pt x="49402" y="13894"/>
                  <a:pt x="45997" y="7869"/>
                  <a:pt x="44884" y="0"/>
                </a:cubicBezTo>
                <a:close/>
                <a:moveTo>
                  <a:pt x="36765" y="0"/>
                </a:moveTo>
                <a:lnTo>
                  <a:pt x="39506" y="0"/>
                </a:lnTo>
                <a:cubicBezTo>
                  <a:pt x="37333" y="2572"/>
                  <a:pt x="35765" y="6846"/>
                  <a:pt x="35268" y="11859"/>
                </a:cubicBezTo>
                <a:cubicBezTo>
                  <a:pt x="38473" y="10493"/>
                  <a:pt x="41054" y="5939"/>
                  <a:pt x="42077" y="0"/>
                </a:cubicBezTo>
                <a:lnTo>
                  <a:pt x="43836" y="0"/>
                </a:lnTo>
                <a:cubicBezTo>
                  <a:pt x="42723" y="7869"/>
                  <a:pt x="39319" y="13894"/>
                  <a:pt x="35093" y="15282"/>
                </a:cubicBezTo>
                <a:lnTo>
                  <a:pt x="35091" y="15312"/>
                </a:lnTo>
                <a:cubicBezTo>
                  <a:pt x="35021" y="15338"/>
                  <a:pt x="34951" y="15363"/>
                  <a:pt x="34878" y="15352"/>
                </a:cubicBezTo>
                <a:cubicBezTo>
                  <a:pt x="34469" y="15496"/>
                  <a:pt x="34050" y="15574"/>
                  <a:pt x="33625" y="15588"/>
                </a:cubicBezTo>
                <a:lnTo>
                  <a:pt x="33400" y="15630"/>
                </a:lnTo>
                <a:lnTo>
                  <a:pt x="33400" y="15617"/>
                </a:lnTo>
                <a:lnTo>
                  <a:pt x="33394" y="15618"/>
                </a:lnTo>
                <a:cubicBezTo>
                  <a:pt x="33386" y="15519"/>
                  <a:pt x="33386" y="15420"/>
                  <a:pt x="33386" y="15320"/>
                </a:cubicBezTo>
                <a:cubicBezTo>
                  <a:pt x="33386" y="15172"/>
                  <a:pt x="33387" y="15025"/>
                  <a:pt x="33404" y="14878"/>
                </a:cubicBezTo>
                <a:cubicBezTo>
                  <a:pt x="33403" y="14062"/>
                  <a:pt x="33435" y="13258"/>
                  <a:pt x="33502" y="12470"/>
                </a:cubicBezTo>
                <a:lnTo>
                  <a:pt x="33509" y="12296"/>
                </a:lnTo>
                <a:cubicBezTo>
                  <a:pt x="33511" y="12296"/>
                  <a:pt x="33513" y="12296"/>
                  <a:pt x="33515" y="12294"/>
                </a:cubicBezTo>
                <a:cubicBezTo>
                  <a:pt x="33861" y="7487"/>
                  <a:pt x="35035" y="3194"/>
                  <a:pt x="36765" y="0"/>
                </a:cubicBezTo>
                <a:close/>
                <a:moveTo>
                  <a:pt x="22666" y="0"/>
                </a:moveTo>
                <a:lnTo>
                  <a:pt x="24425" y="0"/>
                </a:lnTo>
                <a:cubicBezTo>
                  <a:pt x="25448" y="5939"/>
                  <a:pt x="28030" y="10493"/>
                  <a:pt x="31234" y="11859"/>
                </a:cubicBezTo>
                <a:cubicBezTo>
                  <a:pt x="30737" y="6846"/>
                  <a:pt x="29169" y="2572"/>
                  <a:pt x="26996" y="0"/>
                </a:cubicBezTo>
                <a:lnTo>
                  <a:pt x="29737" y="0"/>
                </a:lnTo>
                <a:cubicBezTo>
                  <a:pt x="31467" y="3194"/>
                  <a:pt x="32641" y="7487"/>
                  <a:pt x="32987" y="12294"/>
                </a:cubicBezTo>
                <a:cubicBezTo>
                  <a:pt x="32989" y="12296"/>
                  <a:pt x="32991" y="12296"/>
                  <a:pt x="32993" y="12296"/>
                </a:cubicBezTo>
                <a:lnTo>
                  <a:pt x="33000" y="12470"/>
                </a:lnTo>
                <a:cubicBezTo>
                  <a:pt x="33067" y="13258"/>
                  <a:pt x="33099" y="14062"/>
                  <a:pt x="33098" y="14878"/>
                </a:cubicBezTo>
                <a:cubicBezTo>
                  <a:pt x="33116" y="15025"/>
                  <a:pt x="33116" y="15172"/>
                  <a:pt x="33116" y="15320"/>
                </a:cubicBezTo>
                <a:cubicBezTo>
                  <a:pt x="33116" y="15420"/>
                  <a:pt x="33116" y="15519"/>
                  <a:pt x="33109" y="15618"/>
                </a:cubicBezTo>
                <a:lnTo>
                  <a:pt x="33102" y="15617"/>
                </a:lnTo>
                <a:lnTo>
                  <a:pt x="33102" y="15630"/>
                </a:lnTo>
                <a:lnTo>
                  <a:pt x="32877" y="15588"/>
                </a:lnTo>
                <a:cubicBezTo>
                  <a:pt x="32452" y="15574"/>
                  <a:pt x="32033" y="15496"/>
                  <a:pt x="31624" y="15352"/>
                </a:cubicBezTo>
                <a:cubicBezTo>
                  <a:pt x="31551" y="15363"/>
                  <a:pt x="31481" y="15338"/>
                  <a:pt x="31411" y="15312"/>
                </a:cubicBezTo>
                <a:lnTo>
                  <a:pt x="31410" y="15282"/>
                </a:lnTo>
                <a:cubicBezTo>
                  <a:pt x="27183" y="13894"/>
                  <a:pt x="23779" y="7869"/>
                  <a:pt x="22666" y="0"/>
                </a:cubicBezTo>
                <a:close/>
                <a:moveTo>
                  <a:pt x="14547" y="0"/>
                </a:moveTo>
                <a:lnTo>
                  <a:pt x="17287" y="0"/>
                </a:lnTo>
                <a:cubicBezTo>
                  <a:pt x="15115" y="2572"/>
                  <a:pt x="13547" y="6846"/>
                  <a:pt x="13050" y="11859"/>
                </a:cubicBezTo>
                <a:cubicBezTo>
                  <a:pt x="16254" y="10493"/>
                  <a:pt x="18836" y="5939"/>
                  <a:pt x="19858" y="0"/>
                </a:cubicBezTo>
                <a:lnTo>
                  <a:pt x="21618" y="0"/>
                </a:lnTo>
                <a:cubicBezTo>
                  <a:pt x="20505" y="7869"/>
                  <a:pt x="17101" y="13894"/>
                  <a:pt x="12874" y="15282"/>
                </a:cubicBezTo>
                <a:lnTo>
                  <a:pt x="12873" y="15312"/>
                </a:lnTo>
                <a:cubicBezTo>
                  <a:pt x="12803" y="15338"/>
                  <a:pt x="12733" y="15363"/>
                  <a:pt x="12660" y="15352"/>
                </a:cubicBezTo>
                <a:cubicBezTo>
                  <a:pt x="12251" y="15496"/>
                  <a:pt x="11832" y="15574"/>
                  <a:pt x="11407" y="15588"/>
                </a:cubicBezTo>
                <a:lnTo>
                  <a:pt x="11182" y="15630"/>
                </a:lnTo>
                <a:lnTo>
                  <a:pt x="11182" y="15617"/>
                </a:lnTo>
                <a:lnTo>
                  <a:pt x="11175" y="15618"/>
                </a:lnTo>
                <a:cubicBezTo>
                  <a:pt x="11168" y="15519"/>
                  <a:pt x="11167" y="15420"/>
                  <a:pt x="11167" y="15320"/>
                </a:cubicBezTo>
                <a:cubicBezTo>
                  <a:pt x="11167" y="15172"/>
                  <a:pt x="11168" y="15025"/>
                  <a:pt x="11185" y="14878"/>
                </a:cubicBezTo>
                <a:cubicBezTo>
                  <a:pt x="11185" y="14062"/>
                  <a:pt x="11217" y="13258"/>
                  <a:pt x="11283" y="12470"/>
                </a:cubicBezTo>
                <a:lnTo>
                  <a:pt x="11291" y="12296"/>
                </a:lnTo>
                <a:cubicBezTo>
                  <a:pt x="11293" y="12296"/>
                  <a:pt x="11295" y="12296"/>
                  <a:pt x="11297" y="12294"/>
                </a:cubicBezTo>
                <a:cubicBezTo>
                  <a:pt x="11643" y="7487"/>
                  <a:pt x="12817" y="3194"/>
                  <a:pt x="14547" y="0"/>
                </a:cubicBezTo>
                <a:close/>
                <a:moveTo>
                  <a:pt x="448" y="0"/>
                </a:moveTo>
                <a:lnTo>
                  <a:pt x="2207" y="0"/>
                </a:lnTo>
                <a:cubicBezTo>
                  <a:pt x="3230" y="5939"/>
                  <a:pt x="5811" y="10493"/>
                  <a:pt x="9016" y="11859"/>
                </a:cubicBezTo>
                <a:cubicBezTo>
                  <a:pt x="8519" y="6846"/>
                  <a:pt x="6951" y="2572"/>
                  <a:pt x="4778" y="0"/>
                </a:cubicBezTo>
                <a:lnTo>
                  <a:pt x="7519" y="0"/>
                </a:lnTo>
                <a:cubicBezTo>
                  <a:pt x="9248" y="3194"/>
                  <a:pt x="10423" y="7487"/>
                  <a:pt x="10768" y="12294"/>
                </a:cubicBezTo>
                <a:cubicBezTo>
                  <a:pt x="10771" y="12296"/>
                  <a:pt x="10773" y="12296"/>
                  <a:pt x="10775" y="12296"/>
                </a:cubicBezTo>
                <a:lnTo>
                  <a:pt x="10782" y="12470"/>
                </a:lnTo>
                <a:cubicBezTo>
                  <a:pt x="10849" y="13258"/>
                  <a:pt x="10881" y="14062"/>
                  <a:pt x="10880" y="14878"/>
                </a:cubicBezTo>
                <a:cubicBezTo>
                  <a:pt x="10897" y="15025"/>
                  <a:pt x="10898" y="15172"/>
                  <a:pt x="10898" y="15320"/>
                </a:cubicBezTo>
                <a:cubicBezTo>
                  <a:pt x="10898" y="15420"/>
                  <a:pt x="10898" y="15519"/>
                  <a:pt x="10890" y="15618"/>
                </a:cubicBezTo>
                <a:lnTo>
                  <a:pt x="10884" y="15617"/>
                </a:lnTo>
                <a:lnTo>
                  <a:pt x="10883" y="15630"/>
                </a:lnTo>
                <a:lnTo>
                  <a:pt x="10659" y="15588"/>
                </a:lnTo>
                <a:cubicBezTo>
                  <a:pt x="10234" y="15574"/>
                  <a:pt x="9815" y="15496"/>
                  <a:pt x="9406" y="15352"/>
                </a:cubicBezTo>
                <a:cubicBezTo>
                  <a:pt x="9332" y="15363"/>
                  <a:pt x="9263" y="15338"/>
                  <a:pt x="9193" y="15312"/>
                </a:cubicBezTo>
                <a:lnTo>
                  <a:pt x="9191" y="15282"/>
                </a:lnTo>
                <a:cubicBezTo>
                  <a:pt x="4965" y="13894"/>
                  <a:pt x="1561" y="7869"/>
                  <a:pt x="4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ph type="title"/>
          </p:nvPr>
        </p:nvSpPr>
        <p:spPr>
          <a:xfrm>
            <a:off x="487680" y="7054417"/>
            <a:ext cx="8290560" cy="2080768"/>
          </a:xfrm>
          <a:prstGeom prst="rect">
            <a:avLst/>
          </a:prstGeom>
          <a:noFill/>
          <a:ln>
            <a:noFill/>
          </a:ln>
        </p:spPr>
        <p:txBody>
          <a:bodyPr anchorCtr="0" anchor="ctr" bIns="91425" lIns="91425" spcFirstLastPara="1" rIns="91425" wrap="square" tIns="91425">
            <a:noAutofit/>
          </a:bodyPr>
          <a:lstStyle>
            <a:lvl1pPr indent="0" lvl="0" marL="0" marR="0" rtl="0" algn="r">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8" name="Google Shape;38;p6"/>
          <p:cNvSpPr txBox="1"/>
          <p:nvPr>
            <p:ph idx="1" type="body"/>
          </p:nvPr>
        </p:nvSpPr>
        <p:spPr>
          <a:xfrm>
            <a:off x="9184640" y="7054417"/>
            <a:ext cx="3413760" cy="2080768"/>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accent1"/>
              </a:buClr>
              <a:buSzPts val="2844"/>
              <a:buFont typeface="Questrial"/>
              <a:buNone/>
              <a:defRPr b="0" i="0" sz="2276" u="none" cap="none" strike="noStrike">
                <a:solidFill>
                  <a:srgbClr val="0C0C0C"/>
                </a:solidFill>
                <a:latin typeface="Questrial"/>
                <a:ea typeface="Questrial"/>
                <a:cs typeface="Questrial"/>
                <a:sym typeface="Questrial"/>
              </a:defRPr>
            </a:lvl1pPr>
            <a:lvl2pPr indent="-228600" lvl="1" marL="914400" marR="0" rtl="0" algn="l">
              <a:lnSpc>
                <a:spcPct val="90000"/>
              </a:lnSpc>
              <a:spcBef>
                <a:spcPts val="284"/>
              </a:spcBef>
              <a:spcAft>
                <a:spcPts val="0"/>
              </a:spcAft>
              <a:buClr>
                <a:schemeClr val="accent1"/>
              </a:buClr>
              <a:buSzPts val="2276"/>
              <a:buFont typeface="Noto Sans Symbols"/>
              <a:buNone/>
              <a:defRPr b="0" i="0" sz="2276" u="none" cap="none" strike="noStrike">
                <a:solidFill>
                  <a:srgbClr val="888888"/>
                </a:solidFill>
                <a:latin typeface="Questrial"/>
                <a:ea typeface="Questrial"/>
                <a:cs typeface="Questrial"/>
                <a:sym typeface="Questrial"/>
              </a:defRPr>
            </a:lvl2pPr>
            <a:lvl3pPr indent="-228600" lvl="2" marL="1371600" marR="0" rtl="0" algn="l">
              <a:lnSpc>
                <a:spcPct val="90000"/>
              </a:lnSpc>
              <a:spcBef>
                <a:spcPts val="569"/>
              </a:spcBef>
              <a:spcAft>
                <a:spcPts val="0"/>
              </a:spcAft>
              <a:buClr>
                <a:schemeClr val="accent1"/>
              </a:buClr>
              <a:buSzPts val="1707"/>
              <a:buFont typeface="Noto Sans Symbols"/>
              <a:buNone/>
              <a:defRPr b="0" i="0" sz="2276" u="none" cap="none" strike="noStrike">
                <a:solidFill>
                  <a:srgbClr val="888888"/>
                </a:solidFill>
                <a:latin typeface="Questrial"/>
                <a:ea typeface="Questrial"/>
                <a:cs typeface="Questrial"/>
                <a:sym typeface="Questrial"/>
              </a:defRPr>
            </a:lvl3pPr>
            <a:lvl4pPr indent="-228600" lvl="3" marL="1828800" marR="0" rtl="0" algn="l">
              <a:lnSpc>
                <a:spcPct val="90000"/>
              </a:lnSpc>
              <a:spcBef>
                <a:spcPts val="569"/>
              </a:spcBef>
              <a:spcAft>
                <a:spcPts val="0"/>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4pPr>
            <a:lvl5pPr indent="-228600" lvl="4" marL="2286000" marR="0" rtl="0" algn="l">
              <a:lnSpc>
                <a:spcPct val="90000"/>
              </a:lnSpc>
              <a:spcBef>
                <a:spcPts val="569"/>
              </a:spcBef>
              <a:spcAft>
                <a:spcPts val="0"/>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5pPr>
            <a:lvl6pPr indent="-228600" lvl="5" marL="2743200" marR="0" rtl="0" algn="l">
              <a:lnSpc>
                <a:spcPct val="90000"/>
              </a:lnSpc>
              <a:spcBef>
                <a:spcPts val="569"/>
              </a:spcBef>
              <a:spcAft>
                <a:spcPts val="0"/>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6pPr>
            <a:lvl7pPr indent="-228600" lvl="6" marL="3200400" marR="0" rtl="0" algn="l">
              <a:lnSpc>
                <a:spcPct val="90000"/>
              </a:lnSpc>
              <a:spcBef>
                <a:spcPts val="569"/>
              </a:spcBef>
              <a:spcAft>
                <a:spcPts val="0"/>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7pPr>
            <a:lvl8pPr indent="-228600" lvl="7" marL="3657600" marR="0" rtl="0" algn="l">
              <a:lnSpc>
                <a:spcPct val="90000"/>
              </a:lnSpc>
              <a:spcBef>
                <a:spcPts val="569"/>
              </a:spcBef>
              <a:spcAft>
                <a:spcPts val="0"/>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8pPr>
            <a:lvl9pPr indent="-228600" lvl="8" marL="4114800" marR="0" rtl="0" algn="l">
              <a:lnSpc>
                <a:spcPct val="90000"/>
              </a:lnSpc>
              <a:spcBef>
                <a:spcPts val="569"/>
              </a:spcBef>
              <a:spcAft>
                <a:spcPts val="569"/>
              </a:spcAft>
              <a:buClr>
                <a:schemeClr val="accent1"/>
              </a:buClr>
              <a:buSzPts val="1707"/>
              <a:buFont typeface="Noto Sans Symbols"/>
              <a:buNone/>
              <a:defRPr b="0" i="0" sz="1991" u="none" cap="none" strike="noStrike">
                <a:solidFill>
                  <a:srgbClr val="888888"/>
                </a:solidFill>
                <a:latin typeface="Questrial"/>
                <a:ea typeface="Questrial"/>
                <a:cs typeface="Questrial"/>
                <a:sym typeface="Questrial"/>
              </a:defRPr>
            </a:lvl9pPr>
          </a:lstStyle>
          <a:p/>
        </p:txBody>
      </p:sp>
      <p:sp>
        <p:nvSpPr>
          <p:cNvPr id="39" name="Google Shape;39;p6"/>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40" name="Google Shape;40;p6"/>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41" name="Google Shape;41;p6"/>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cxnSp>
        <p:nvCxnSpPr>
          <p:cNvPr id="42" name="Google Shape;42;p6"/>
          <p:cNvCxnSpPr/>
          <p:nvPr/>
        </p:nvCxnSpPr>
        <p:spPr>
          <a:xfrm rot="10800000">
            <a:off x="8945966" y="7486729"/>
            <a:ext cx="0" cy="1300480"/>
          </a:xfrm>
          <a:prstGeom prst="straightConnector1">
            <a:avLst/>
          </a:prstGeom>
          <a:noFill/>
          <a:ln cap="flat" cmpd="sng" w="19050">
            <a:solidFill>
              <a:srgbClr val="864EA9"/>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5" name="Google Shape;45;p7"/>
          <p:cNvSpPr txBox="1"/>
          <p:nvPr>
            <p:ph idx="1" type="body"/>
          </p:nvPr>
        </p:nvSpPr>
        <p:spPr>
          <a:xfrm>
            <a:off x="1092403" y="3251200"/>
            <a:ext cx="5071872" cy="572211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46" name="Google Shape;46;p7"/>
          <p:cNvSpPr txBox="1"/>
          <p:nvPr>
            <p:ph idx="2" type="body"/>
          </p:nvPr>
        </p:nvSpPr>
        <p:spPr>
          <a:xfrm>
            <a:off x="6388608" y="3251200"/>
            <a:ext cx="5071872" cy="572211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47" name="Google Shape;47;p7"/>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48" name="Google Shape;48;p7"/>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49" name="Google Shape;49;p7"/>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8"/>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2" name="Google Shape;52;p8"/>
          <p:cNvSpPr txBox="1"/>
          <p:nvPr>
            <p:ph idx="1" type="body"/>
          </p:nvPr>
        </p:nvSpPr>
        <p:spPr>
          <a:xfrm>
            <a:off x="1092403" y="3099927"/>
            <a:ext cx="5071872" cy="1170432"/>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0"/>
              </a:spcBef>
              <a:spcAft>
                <a:spcPts val="0"/>
              </a:spcAft>
              <a:buClr>
                <a:schemeClr val="accent1"/>
              </a:buClr>
              <a:buSzPts val="2844"/>
              <a:buFont typeface="Questrial"/>
              <a:buNone/>
              <a:defRPr b="0" i="0" sz="3129" u="none" cap="none" strike="noStrike">
                <a:solidFill>
                  <a:schemeClr val="accent1"/>
                </a:solidFill>
                <a:latin typeface="Questrial"/>
                <a:ea typeface="Questrial"/>
                <a:cs typeface="Questrial"/>
                <a:sym typeface="Questrial"/>
              </a:defRPr>
            </a:lvl1pPr>
            <a:lvl2pPr indent="-228600" lvl="1" marL="914400" marR="0" rtl="0" algn="l">
              <a:lnSpc>
                <a:spcPct val="90000"/>
              </a:lnSpc>
              <a:spcBef>
                <a:spcPts val="284"/>
              </a:spcBef>
              <a:spcAft>
                <a:spcPts val="0"/>
              </a:spcAft>
              <a:buClr>
                <a:schemeClr val="accent1"/>
              </a:buClr>
              <a:buSzPts val="2276"/>
              <a:buFont typeface="Noto Sans Symbols"/>
              <a:buNone/>
              <a:defRPr b="1" i="0" sz="2844" u="none" cap="none" strike="noStrike">
                <a:solidFill>
                  <a:schemeClr val="dk1"/>
                </a:solidFill>
                <a:latin typeface="Questrial"/>
                <a:ea typeface="Questrial"/>
                <a:cs typeface="Questrial"/>
                <a:sym typeface="Questrial"/>
              </a:defRPr>
            </a:lvl2pPr>
            <a:lvl3pPr indent="-228600" lvl="2" marL="1371600" marR="0" rtl="0" algn="l">
              <a:lnSpc>
                <a:spcPct val="90000"/>
              </a:lnSpc>
              <a:spcBef>
                <a:spcPts val="569"/>
              </a:spcBef>
              <a:spcAft>
                <a:spcPts val="0"/>
              </a:spcAft>
              <a:buClr>
                <a:schemeClr val="accent1"/>
              </a:buClr>
              <a:buSzPts val="1707"/>
              <a:buFont typeface="Noto Sans Symbols"/>
              <a:buNone/>
              <a:defRPr b="1" i="0" sz="2560" u="none" cap="none" strike="noStrike">
                <a:solidFill>
                  <a:schemeClr val="dk1"/>
                </a:solidFill>
                <a:latin typeface="Questrial"/>
                <a:ea typeface="Questrial"/>
                <a:cs typeface="Questrial"/>
                <a:sym typeface="Questrial"/>
              </a:defRPr>
            </a:lvl3pPr>
            <a:lvl4pPr indent="-228600" lvl="3" marL="18288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4pPr>
            <a:lvl5pPr indent="-228600" lvl="4" marL="22860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5pPr>
            <a:lvl6pPr indent="-228600" lvl="5" marL="27432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6pPr>
            <a:lvl7pPr indent="-228600" lvl="6" marL="32004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7pPr>
            <a:lvl8pPr indent="-228600" lvl="7" marL="36576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8pPr>
            <a:lvl9pPr indent="-228600" lvl="8" marL="4114800" marR="0" rtl="0" algn="l">
              <a:lnSpc>
                <a:spcPct val="90000"/>
              </a:lnSpc>
              <a:spcBef>
                <a:spcPts val="569"/>
              </a:spcBef>
              <a:spcAft>
                <a:spcPts val="569"/>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9pPr>
          </a:lstStyle>
          <a:p/>
        </p:txBody>
      </p:sp>
      <p:sp>
        <p:nvSpPr>
          <p:cNvPr id="53" name="Google Shape;53;p8"/>
          <p:cNvSpPr txBox="1"/>
          <p:nvPr>
            <p:ph idx="2" type="body"/>
          </p:nvPr>
        </p:nvSpPr>
        <p:spPr>
          <a:xfrm>
            <a:off x="1092403" y="4220854"/>
            <a:ext cx="5071872" cy="4752458"/>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54" name="Google Shape;54;p8"/>
          <p:cNvSpPr txBox="1"/>
          <p:nvPr>
            <p:ph idx="3" type="body"/>
          </p:nvPr>
        </p:nvSpPr>
        <p:spPr>
          <a:xfrm>
            <a:off x="6388608" y="3099927"/>
            <a:ext cx="5071872" cy="1170432"/>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0"/>
              </a:spcBef>
              <a:spcAft>
                <a:spcPts val="0"/>
              </a:spcAft>
              <a:buClr>
                <a:schemeClr val="accent1"/>
              </a:buClr>
              <a:buSzPts val="2844"/>
              <a:buFont typeface="Questrial"/>
              <a:buNone/>
              <a:defRPr b="0" i="0" sz="3129" u="none" cap="none" strike="noStrike">
                <a:solidFill>
                  <a:schemeClr val="accent1"/>
                </a:solidFill>
                <a:latin typeface="Questrial"/>
                <a:ea typeface="Questrial"/>
                <a:cs typeface="Questrial"/>
                <a:sym typeface="Questrial"/>
              </a:defRPr>
            </a:lvl1pPr>
            <a:lvl2pPr indent="-228600" lvl="1" marL="914400" marR="0" rtl="0" algn="l">
              <a:lnSpc>
                <a:spcPct val="90000"/>
              </a:lnSpc>
              <a:spcBef>
                <a:spcPts val="284"/>
              </a:spcBef>
              <a:spcAft>
                <a:spcPts val="0"/>
              </a:spcAft>
              <a:buClr>
                <a:schemeClr val="accent1"/>
              </a:buClr>
              <a:buSzPts val="2276"/>
              <a:buFont typeface="Noto Sans Symbols"/>
              <a:buNone/>
              <a:defRPr b="1" i="0" sz="2844" u="none" cap="none" strike="noStrike">
                <a:solidFill>
                  <a:schemeClr val="dk1"/>
                </a:solidFill>
                <a:latin typeface="Questrial"/>
                <a:ea typeface="Questrial"/>
                <a:cs typeface="Questrial"/>
                <a:sym typeface="Questrial"/>
              </a:defRPr>
            </a:lvl2pPr>
            <a:lvl3pPr indent="-228600" lvl="2" marL="1371600" marR="0" rtl="0" algn="l">
              <a:lnSpc>
                <a:spcPct val="90000"/>
              </a:lnSpc>
              <a:spcBef>
                <a:spcPts val="569"/>
              </a:spcBef>
              <a:spcAft>
                <a:spcPts val="0"/>
              </a:spcAft>
              <a:buClr>
                <a:schemeClr val="accent1"/>
              </a:buClr>
              <a:buSzPts val="1707"/>
              <a:buFont typeface="Noto Sans Symbols"/>
              <a:buNone/>
              <a:defRPr b="1" i="0" sz="2560" u="none" cap="none" strike="noStrike">
                <a:solidFill>
                  <a:schemeClr val="dk1"/>
                </a:solidFill>
                <a:latin typeface="Questrial"/>
                <a:ea typeface="Questrial"/>
                <a:cs typeface="Questrial"/>
                <a:sym typeface="Questrial"/>
              </a:defRPr>
            </a:lvl3pPr>
            <a:lvl4pPr indent="-228600" lvl="3" marL="18288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4pPr>
            <a:lvl5pPr indent="-228600" lvl="4" marL="22860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5pPr>
            <a:lvl6pPr indent="-228600" lvl="5" marL="27432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6pPr>
            <a:lvl7pPr indent="-228600" lvl="6" marL="32004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7pPr>
            <a:lvl8pPr indent="-228600" lvl="7" marL="3657600" marR="0" rtl="0" algn="l">
              <a:lnSpc>
                <a:spcPct val="90000"/>
              </a:lnSpc>
              <a:spcBef>
                <a:spcPts val="569"/>
              </a:spcBef>
              <a:spcAft>
                <a:spcPts val="0"/>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8pPr>
            <a:lvl9pPr indent="-228600" lvl="8" marL="4114800" marR="0" rtl="0" algn="l">
              <a:lnSpc>
                <a:spcPct val="90000"/>
              </a:lnSpc>
              <a:spcBef>
                <a:spcPts val="569"/>
              </a:spcBef>
              <a:spcAft>
                <a:spcPts val="569"/>
              </a:spcAft>
              <a:buClr>
                <a:schemeClr val="accent1"/>
              </a:buClr>
              <a:buSzPts val="1707"/>
              <a:buFont typeface="Noto Sans Symbols"/>
              <a:buNone/>
              <a:defRPr b="1" i="0" sz="2276" u="none" cap="none" strike="noStrike">
                <a:solidFill>
                  <a:schemeClr val="dk1"/>
                </a:solidFill>
                <a:latin typeface="Questrial"/>
                <a:ea typeface="Questrial"/>
                <a:cs typeface="Questrial"/>
                <a:sym typeface="Questrial"/>
              </a:defRPr>
            </a:lvl9pPr>
          </a:lstStyle>
          <a:p/>
        </p:txBody>
      </p:sp>
      <p:sp>
        <p:nvSpPr>
          <p:cNvPr id="55" name="Google Shape;55;p8"/>
          <p:cNvSpPr txBox="1"/>
          <p:nvPr>
            <p:ph idx="4" type="body"/>
          </p:nvPr>
        </p:nvSpPr>
        <p:spPr>
          <a:xfrm>
            <a:off x="6388608" y="4220854"/>
            <a:ext cx="5071872" cy="4752458"/>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56" name="Google Shape;56;p8"/>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57" name="Google Shape;57;p8"/>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58" name="Google Shape;58;p8"/>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9"/>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1" name="Google Shape;61;p9"/>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62" name="Google Shape;62;p9"/>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63" name="Google Shape;63;p9"/>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4" name="Shape 64"/>
        <p:cNvGrpSpPr/>
        <p:nvPr/>
      </p:nvGrpSpPr>
      <p:grpSpPr>
        <a:xfrm>
          <a:off x="0" y="0"/>
          <a:ext cx="0" cy="0"/>
          <a:chOff x="0" y="0"/>
          <a:chExt cx="0" cy="0"/>
        </a:xfrm>
      </p:grpSpPr>
      <p:sp>
        <p:nvSpPr>
          <p:cNvPr id="65" name="Google Shape;65;p10"/>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66" name="Google Shape;66;p10"/>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67" name="Google Shape;67;p10"/>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11"/>
          <p:cNvSpPr txBox="1"/>
          <p:nvPr>
            <p:ph type="title"/>
          </p:nvPr>
        </p:nvSpPr>
        <p:spPr>
          <a:xfrm>
            <a:off x="1092403" y="670591"/>
            <a:ext cx="4681728" cy="2470912"/>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5120"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0" name="Google Shape;70;p11"/>
          <p:cNvSpPr txBox="1"/>
          <p:nvPr>
            <p:ph idx="1" type="body"/>
          </p:nvPr>
        </p:nvSpPr>
        <p:spPr>
          <a:xfrm>
            <a:off x="6096000" y="1170432"/>
            <a:ext cx="6056986" cy="737372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71" name="Google Shape;71;p11"/>
          <p:cNvSpPr txBox="1"/>
          <p:nvPr>
            <p:ph idx="2" type="body"/>
          </p:nvPr>
        </p:nvSpPr>
        <p:spPr>
          <a:xfrm>
            <a:off x="1092403" y="3210675"/>
            <a:ext cx="4681728" cy="535081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8000"/>
              </a:lnSpc>
              <a:spcBef>
                <a:spcPts val="853"/>
              </a:spcBef>
              <a:spcAft>
                <a:spcPts val="0"/>
              </a:spcAft>
              <a:buClr>
                <a:schemeClr val="accent1"/>
              </a:buClr>
              <a:buSzPts val="2844"/>
              <a:buFont typeface="Questrial"/>
              <a:buNone/>
              <a:defRPr b="0" i="0" sz="2276" u="none" cap="none" strike="noStrike">
                <a:solidFill>
                  <a:schemeClr val="dk1"/>
                </a:solidFill>
                <a:latin typeface="Questrial"/>
                <a:ea typeface="Questrial"/>
                <a:cs typeface="Questrial"/>
                <a:sym typeface="Questrial"/>
              </a:defRPr>
            </a:lvl1pPr>
            <a:lvl2pPr indent="-228600" lvl="1" marL="914400" marR="0" rtl="0" algn="l">
              <a:lnSpc>
                <a:spcPct val="90000"/>
              </a:lnSpc>
              <a:spcBef>
                <a:spcPts val="284"/>
              </a:spcBef>
              <a:spcAft>
                <a:spcPts val="0"/>
              </a:spcAft>
              <a:buClr>
                <a:schemeClr val="accent1"/>
              </a:buClr>
              <a:buSzPts val="2276"/>
              <a:buFont typeface="Noto Sans Symbols"/>
              <a:buNone/>
              <a:defRPr b="0" i="0" sz="1707" u="none" cap="none" strike="noStrike">
                <a:solidFill>
                  <a:schemeClr val="dk1"/>
                </a:solidFill>
                <a:latin typeface="Questrial"/>
                <a:ea typeface="Questrial"/>
                <a:cs typeface="Questrial"/>
                <a:sym typeface="Questrial"/>
              </a:defRPr>
            </a:lvl2pPr>
            <a:lvl3pPr indent="-228600" lvl="2" marL="1371600" marR="0" rtl="0" algn="l">
              <a:lnSpc>
                <a:spcPct val="90000"/>
              </a:lnSpc>
              <a:spcBef>
                <a:spcPts val="569"/>
              </a:spcBef>
              <a:spcAft>
                <a:spcPts val="0"/>
              </a:spcAft>
              <a:buClr>
                <a:schemeClr val="accent1"/>
              </a:buClr>
              <a:buSzPts val="1707"/>
              <a:buFont typeface="Noto Sans Symbols"/>
              <a:buNone/>
              <a:defRPr b="0" i="0" sz="1422" u="none" cap="none" strike="noStrike">
                <a:solidFill>
                  <a:schemeClr val="dk1"/>
                </a:solidFill>
                <a:latin typeface="Questrial"/>
                <a:ea typeface="Questrial"/>
                <a:cs typeface="Questrial"/>
                <a:sym typeface="Questrial"/>
              </a:defRPr>
            </a:lvl3pPr>
            <a:lvl4pPr indent="-228600" lvl="3" marL="18288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4pPr>
            <a:lvl5pPr indent="-228600" lvl="4" marL="22860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5pPr>
            <a:lvl6pPr indent="-228600" lvl="5" marL="27432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6pPr>
            <a:lvl7pPr indent="-228600" lvl="6" marL="32004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7pPr>
            <a:lvl8pPr indent="-228600" lvl="7" marL="36576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8pPr>
            <a:lvl9pPr indent="-228600" lvl="8" marL="4114800" marR="0" rtl="0" algn="l">
              <a:lnSpc>
                <a:spcPct val="90000"/>
              </a:lnSpc>
              <a:spcBef>
                <a:spcPts val="569"/>
              </a:spcBef>
              <a:spcAft>
                <a:spcPts val="569"/>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9pPr>
          </a:lstStyle>
          <a:p/>
        </p:txBody>
      </p:sp>
      <p:sp>
        <p:nvSpPr>
          <p:cNvPr id="72" name="Google Shape;72;p11"/>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73" name="Google Shape;73;p11"/>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74" name="Google Shape;74;p11"/>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5" name="Shape 75"/>
        <p:cNvGrpSpPr/>
        <p:nvPr/>
      </p:nvGrpSpPr>
      <p:grpSpPr>
        <a:xfrm>
          <a:off x="0" y="0"/>
          <a:ext cx="0" cy="0"/>
          <a:chOff x="0" y="0"/>
          <a:chExt cx="0" cy="0"/>
        </a:xfrm>
      </p:grpSpPr>
      <p:sp>
        <p:nvSpPr>
          <p:cNvPr id="76" name="Google Shape;76;p12"/>
          <p:cNvSpPr txBox="1"/>
          <p:nvPr>
            <p:ph type="title"/>
          </p:nvPr>
        </p:nvSpPr>
        <p:spPr>
          <a:xfrm>
            <a:off x="487680" y="7054418"/>
            <a:ext cx="8290560" cy="2080768"/>
          </a:xfrm>
          <a:prstGeom prst="rect">
            <a:avLst/>
          </a:prstGeom>
          <a:noFill/>
          <a:ln>
            <a:noFill/>
          </a:ln>
        </p:spPr>
        <p:txBody>
          <a:bodyPr anchorCtr="0" anchor="ctr" bIns="91425" lIns="91425" spcFirstLastPara="1" rIns="91425" wrap="square" tIns="91425">
            <a:noAutofit/>
          </a:bodyPr>
          <a:lstStyle>
            <a:lvl1pPr indent="0" lvl="0" marL="0" marR="0" rtl="0" algn="r">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7" name="Google Shape;77;p12"/>
          <p:cNvSpPr/>
          <p:nvPr>
            <p:ph idx="2" type="pic"/>
          </p:nvPr>
        </p:nvSpPr>
        <p:spPr>
          <a:xfrm>
            <a:off x="0" y="-1"/>
            <a:ext cx="13001548" cy="6502400"/>
          </a:xfrm>
          <a:prstGeom prst="rect">
            <a:avLst/>
          </a:prstGeom>
          <a:solidFill>
            <a:srgbClr val="CDB4DC"/>
          </a:solidFill>
          <a:ln>
            <a:noFill/>
          </a:ln>
        </p:spPr>
        <p:txBody>
          <a:bodyPr anchorCtr="0" anchor="t" bIns="91425" lIns="91425" spcFirstLastPara="1" rIns="91425" wrap="square" tIns="91425">
            <a:noAutofit/>
          </a:bodyPr>
          <a:lstStyle>
            <a:lvl1pPr indent="0" lvl="0" marL="0" marR="0" rtl="0" algn="l">
              <a:lnSpc>
                <a:spcPct val="90000"/>
              </a:lnSpc>
              <a:spcBef>
                <a:spcPts val="1707"/>
              </a:spcBef>
              <a:spcAft>
                <a:spcPts val="0"/>
              </a:spcAft>
              <a:buClr>
                <a:schemeClr val="accent1"/>
              </a:buClr>
              <a:buSzPts val="1400"/>
              <a:buFont typeface="Questrial"/>
              <a:buNone/>
              <a:defRPr b="0" i="0" sz="3413" u="none" cap="none" strike="noStrike">
                <a:solidFill>
                  <a:schemeClr val="dk1"/>
                </a:solidFill>
                <a:latin typeface="Questrial"/>
                <a:ea typeface="Questrial"/>
                <a:cs typeface="Questrial"/>
                <a:sym typeface="Questrial"/>
              </a:defRPr>
            </a:lvl1pPr>
            <a:lvl2pPr indent="-5072" lvl="1" marL="487672" marR="0" rtl="0" algn="l">
              <a:lnSpc>
                <a:spcPct val="90000"/>
              </a:lnSpc>
              <a:spcBef>
                <a:spcPts val="284"/>
              </a:spcBef>
              <a:spcAft>
                <a:spcPts val="0"/>
              </a:spcAft>
              <a:buClr>
                <a:schemeClr val="accent1"/>
              </a:buClr>
              <a:buSzPts val="1400"/>
              <a:buFont typeface="Noto Sans Symbols"/>
              <a:buNone/>
              <a:defRPr b="0" i="0" sz="2987" u="none" cap="none" strike="noStrike">
                <a:solidFill>
                  <a:schemeClr val="dk1"/>
                </a:solidFill>
                <a:latin typeface="Questrial"/>
                <a:ea typeface="Questrial"/>
                <a:cs typeface="Questrial"/>
                <a:sym typeface="Questrial"/>
              </a:defRPr>
            </a:lvl2pPr>
            <a:lvl3pPr indent="-10145" lvl="2" marL="975345" marR="0" rtl="0" algn="l">
              <a:lnSpc>
                <a:spcPct val="90000"/>
              </a:lnSpc>
              <a:spcBef>
                <a:spcPts val="569"/>
              </a:spcBef>
              <a:spcAft>
                <a:spcPts val="0"/>
              </a:spcAft>
              <a:buClr>
                <a:schemeClr val="accent1"/>
              </a:buClr>
              <a:buSzPts val="1400"/>
              <a:buFont typeface="Noto Sans Symbols"/>
              <a:buNone/>
              <a:defRPr b="0" i="0" sz="2560" u="none" cap="none" strike="noStrike">
                <a:solidFill>
                  <a:schemeClr val="dk1"/>
                </a:solidFill>
                <a:latin typeface="Questrial"/>
                <a:ea typeface="Questrial"/>
                <a:cs typeface="Questrial"/>
                <a:sym typeface="Questrial"/>
              </a:defRPr>
            </a:lvl3pPr>
            <a:lvl4pPr indent="-2517" lvl="3" marL="1463017" marR="0" rtl="0" algn="l">
              <a:lnSpc>
                <a:spcPct val="90000"/>
              </a:lnSpc>
              <a:spcBef>
                <a:spcPts val="569"/>
              </a:spcBef>
              <a:spcAft>
                <a:spcPts val="0"/>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4pPr>
            <a:lvl5pPr indent="-7590" lvl="4" marL="1950690" marR="0" rtl="0" algn="l">
              <a:lnSpc>
                <a:spcPct val="90000"/>
              </a:lnSpc>
              <a:spcBef>
                <a:spcPts val="569"/>
              </a:spcBef>
              <a:spcAft>
                <a:spcPts val="0"/>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5pPr>
            <a:lvl6pPr indent="-12662" lvl="5" marL="2438362" marR="0" rtl="0" algn="l">
              <a:lnSpc>
                <a:spcPct val="90000"/>
              </a:lnSpc>
              <a:spcBef>
                <a:spcPts val="569"/>
              </a:spcBef>
              <a:spcAft>
                <a:spcPts val="0"/>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6pPr>
            <a:lvl7pPr indent="-5034" lvl="6" marL="2926034" marR="0" rtl="0" algn="l">
              <a:lnSpc>
                <a:spcPct val="90000"/>
              </a:lnSpc>
              <a:spcBef>
                <a:spcPts val="569"/>
              </a:spcBef>
              <a:spcAft>
                <a:spcPts val="0"/>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7pPr>
            <a:lvl8pPr indent="-10107" lvl="7" marL="3413707" marR="0" rtl="0" algn="l">
              <a:lnSpc>
                <a:spcPct val="90000"/>
              </a:lnSpc>
              <a:spcBef>
                <a:spcPts val="569"/>
              </a:spcBef>
              <a:spcAft>
                <a:spcPts val="0"/>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8pPr>
            <a:lvl9pPr indent="-2479" lvl="8" marL="3901379" marR="0" rtl="0" algn="l">
              <a:lnSpc>
                <a:spcPct val="90000"/>
              </a:lnSpc>
              <a:spcBef>
                <a:spcPts val="569"/>
              </a:spcBef>
              <a:spcAft>
                <a:spcPts val="569"/>
              </a:spcAft>
              <a:buClr>
                <a:schemeClr val="accent1"/>
              </a:buClr>
              <a:buSzPts val="1400"/>
              <a:buFont typeface="Noto Sans Symbols"/>
              <a:buNone/>
              <a:defRPr b="0" i="0" sz="2133" u="none" cap="none" strike="noStrike">
                <a:solidFill>
                  <a:schemeClr val="dk1"/>
                </a:solidFill>
                <a:latin typeface="Questrial"/>
                <a:ea typeface="Questrial"/>
                <a:cs typeface="Questrial"/>
                <a:sym typeface="Questrial"/>
              </a:defRPr>
            </a:lvl9pPr>
          </a:lstStyle>
          <a:p/>
        </p:txBody>
      </p:sp>
      <p:sp>
        <p:nvSpPr>
          <p:cNvPr id="78" name="Google Shape;78;p12"/>
          <p:cNvSpPr txBox="1"/>
          <p:nvPr>
            <p:ph idx="1" type="body"/>
          </p:nvPr>
        </p:nvSpPr>
        <p:spPr>
          <a:xfrm>
            <a:off x="9184640" y="7054418"/>
            <a:ext cx="3413760" cy="2080768"/>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accent1"/>
              </a:buClr>
              <a:buSzPts val="2844"/>
              <a:buFont typeface="Questrial"/>
              <a:buNone/>
              <a:defRPr b="0" i="0" sz="2276" u="none" cap="none" strike="noStrike">
                <a:solidFill>
                  <a:srgbClr val="0C0C0C"/>
                </a:solidFill>
                <a:latin typeface="Questrial"/>
                <a:ea typeface="Questrial"/>
                <a:cs typeface="Questrial"/>
                <a:sym typeface="Questrial"/>
              </a:defRPr>
            </a:lvl1pPr>
            <a:lvl2pPr indent="-228600" lvl="1" marL="914400" marR="0" rtl="0" algn="l">
              <a:lnSpc>
                <a:spcPct val="90000"/>
              </a:lnSpc>
              <a:spcBef>
                <a:spcPts val="284"/>
              </a:spcBef>
              <a:spcAft>
                <a:spcPts val="0"/>
              </a:spcAft>
              <a:buClr>
                <a:schemeClr val="accent1"/>
              </a:buClr>
              <a:buSzPts val="2276"/>
              <a:buFont typeface="Noto Sans Symbols"/>
              <a:buNone/>
              <a:defRPr b="0" i="0" sz="1493" u="none" cap="none" strike="noStrike">
                <a:solidFill>
                  <a:schemeClr val="dk1"/>
                </a:solidFill>
                <a:latin typeface="Questrial"/>
                <a:ea typeface="Questrial"/>
                <a:cs typeface="Questrial"/>
                <a:sym typeface="Questrial"/>
              </a:defRPr>
            </a:lvl2pPr>
            <a:lvl3pPr indent="-228600" lvl="2" marL="1371600" marR="0" rtl="0" algn="l">
              <a:lnSpc>
                <a:spcPct val="90000"/>
              </a:lnSpc>
              <a:spcBef>
                <a:spcPts val="569"/>
              </a:spcBef>
              <a:spcAft>
                <a:spcPts val="0"/>
              </a:spcAft>
              <a:buClr>
                <a:schemeClr val="accent1"/>
              </a:buClr>
              <a:buSzPts val="1707"/>
              <a:buFont typeface="Noto Sans Symbols"/>
              <a:buNone/>
              <a:defRPr b="0" i="0" sz="1280" u="none" cap="none" strike="noStrike">
                <a:solidFill>
                  <a:schemeClr val="dk1"/>
                </a:solidFill>
                <a:latin typeface="Questrial"/>
                <a:ea typeface="Questrial"/>
                <a:cs typeface="Questrial"/>
                <a:sym typeface="Questrial"/>
              </a:defRPr>
            </a:lvl3pPr>
            <a:lvl4pPr indent="-228600" lvl="3" marL="1828800" marR="0" rtl="0" algn="l">
              <a:lnSpc>
                <a:spcPct val="90000"/>
              </a:lnSpc>
              <a:spcBef>
                <a:spcPts val="569"/>
              </a:spcBef>
              <a:spcAft>
                <a:spcPts val="0"/>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4pPr>
            <a:lvl5pPr indent="-228600" lvl="4" marL="2286000" marR="0" rtl="0" algn="l">
              <a:lnSpc>
                <a:spcPct val="90000"/>
              </a:lnSpc>
              <a:spcBef>
                <a:spcPts val="569"/>
              </a:spcBef>
              <a:spcAft>
                <a:spcPts val="0"/>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5pPr>
            <a:lvl6pPr indent="-228600" lvl="5" marL="2743200" marR="0" rtl="0" algn="l">
              <a:lnSpc>
                <a:spcPct val="90000"/>
              </a:lnSpc>
              <a:spcBef>
                <a:spcPts val="569"/>
              </a:spcBef>
              <a:spcAft>
                <a:spcPts val="0"/>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6pPr>
            <a:lvl7pPr indent="-228600" lvl="6" marL="3200400" marR="0" rtl="0" algn="l">
              <a:lnSpc>
                <a:spcPct val="90000"/>
              </a:lnSpc>
              <a:spcBef>
                <a:spcPts val="569"/>
              </a:spcBef>
              <a:spcAft>
                <a:spcPts val="0"/>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7pPr>
            <a:lvl8pPr indent="-228600" lvl="7" marL="3657600" marR="0" rtl="0" algn="l">
              <a:lnSpc>
                <a:spcPct val="90000"/>
              </a:lnSpc>
              <a:spcBef>
                <a:spcPts val="569"/>
              </a:spcBef>
              <a:spcAft>
                <a:spcPts val="0"/>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8pPr>
            <a:lvl9pPr indent="-228600" lvl="8" marL="4114800" marR="0" rtl="0" algn="l">
              <a:lnSpc>
                <a:spcPct val="90000"/>
              </a:lnSpc>
              <a:spcBef>
                <a:spcPts val="569"/>
              </a:spcBef>
              <a:spcAft>
                <a:spcPts val="569"/>
              </a:spcAft>
              <a:buClr>
                <a:schemeClr val="accent1"/>
              </a:buClr>
              <a:buSzPts val="1707"/>
              <a:buFont typeface="Noto Sans Symbols"/>
              <a:buNone/>
              <a:defRPr b="0" i="0" sz="1067" u="none" cap="none" strike="noStrike">
                <a:solidFill>
                  <a:schemeClr val="dk1"/>
                </a:solidFill>
                <a:latin typeface="Questrial"/>
                <a:ea typeface="Questrial"/>
                <a:cs typeface="Questrial"/>
                <a:sym typeface="Questrial"/>
              </a:defRPr>
            </a:lvl9pPr>
          </a:lstStyle>
          <a:p/>
        </p:txBody>
      </p:sp>
      <p:sp>
        <p:nvSpPr>
          <p:cNvPr id="79" name="Google Shape;79;p12"/>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80" name="Google Shape;80;p12"/>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81" name="Google Shape;81;p12"/>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cxnSp>
        <p:nvCxnSpPr>
          <p:cNvPr id="82" name="Google Shape;82;p12"/>
          <p:cNvCxnSpPr/>
          <p:nvPr/>
        </p:nvCxnSpPr>
        <p:spPr>
          <a:xfrm rot="10800000">
            <a:off x="8945966" y="7486729"/>
            <a:ext cx="0" cy="130048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3"/>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5" name="Google Shape;85;p13"/>
          <p:cNvSpPr txBox="1"/>
          <p:nvPr>
            <p:ph idx="1" type="body"/>
          </p:nvPr>
        </p:nvSpPr>
        <p:spPr>
          <a:xfrm rot="5400000">
            <a:off x="3415387" y="928217"/>
            <a:ext cx="5722112" cy="10368078"/>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86" name="Google Shape;86;p13"/>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87" name="Google Shape;87;p13"/>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88" name="Google Shape;88;p13"/>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14"/>
          <p:cNvSpPr txBox="1"/>
          <p:nvPr>
            <p:ph type="title"/>
          </p:nvPr>
        </p:nvSpPr>
        <p:spPr>
          <a:xfrm rot="5400000">
            <a:off x="6861389" y="3528906"/>
            <a:ext cx="7694507" cy="2804160"/>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1" name="Google Shape;91;p14"/>
          <p:cNvSpPr txBox="1"/>
          <p:nvPr>
            <p:ph idx="1" type="body"/>
          </p:nvPr>
        </p:nvSpPr>
        <p:spPr>
          <a:xfrm rot="5400000">
            <a:off x="1253069" y="887306"/>
            <a:ext cx="7694507" cy="8087360"/>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92" name="Google Shape;92;p14"/>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93" name="Google Shape;93;p14"/>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94" name="Google Shape;94;p14"/>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cxnSp>
        <p:nvCxnSpPr>
          <p:cNvPr id="95" name="Google Shape;95;p14"/>
          <p:cNvCxnSpPr/>
          <p:nvPr/>
        </p:nvCxnSpPr>
        <p:spPr>
          <a:xfrm rot="10800000">
            <a:off x="10728960" y="246845"/>
            <a:ext cx="0" cy="97536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2403" y="832307"/>
            <a:ext cx="10368077" cy="2132787"/>
          </a:xfrm>
          <a:prstGeom prst="rect">
            <a:avLst/>
          </a:prstGeom>
          <a:noFill/>
          <a:ln>
            <a:noFill/>
          </a:ln>
        </p:spPr>
        <p:txBody>
          <a:bodyPr anchorCtr="0" anchor="ctr" bIns="91425" lIns="91425" spcFirstLastPara="1" rIns="91425" wrap="square" tIns="91425">
            <a:noAutofit/>
          </a:bodyPr>
          <a:lstStyle>
            <a:lvl1pPr indent="0" lvl="0" marL="0" marR="0" rtl="0" algn="l">
              <a:lnSpc>
                <a:spcPct val="80000"/>
              </a:lnSpc>
              <a:spcBef>
                <a:spcPts val="0"/>
              </a:spcBef>
              <a:spcAft>
                <a:spcPts val="0"/>
              </a:spcAft>
              <a:buClr>
                <a:srgbClr val="0C0C0C"/>
              </a:buClr>
              <a:buSzPts val="1400"/>
              <a:buFont typeface="Questrial"/>
              <a:buNone/>
              <a:defRPr b="0" i="0" sz="6258" u="none" cap="none" strike="noStrike">
                <a:solidFill>
                  <a:srgbClr val="0C0C0C"/>
                </a:solidFill>
                <a:latin typeface="Questrial"/>
                <a:ea typeface="Questrial"/>
                <a:cs typeface="Questrial"/>
                <a:sym typeface="Quest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 name="Google Shape;7;p1"/>
          <p:cNvSpPr txBox="1"/>
          <p:nvPr>
            <p:ph idx="1" type="body"/>
          </p:nvPr>
        </p:nvSpPr>
        <p:spPr>
          <a:xfrm>
            <a:off x="1092404" y="3251200"/>
            <a:ext cx="10368078" cy="5722112"/>
          </a:xfrm>
          <a:prstGeom prst="rect">
            <a:avLst/>
          </a:prstGeom>
          <a:noFill/>
          <a:ln>
            <a:noFill/>
          </a:ln>
        </p:spPr>
        <p:txBody>
          <a:bodyPr anchorCtr="0" anchor="t" bIns="91425" lIns="91425" spcFirstLastPara="1" rIns="91425" wrap="square" tIns="91425">
            <a:noAutofit/>
          </a:bodyPr>
          <a:lstStyle>
            <a:lvl1pPr indent="-409194" lvl="0" marL="457200" marR="0" rtl="0" algn="l">
              <a:lnSpc>
                <a:spcPct val="90000"/>
              </a:lnSpc>
              <a:spcBef>
                <a:spcPts val="1707"/>
              </a:spcBef>
              <a:spcAft>
                <a:spcPts val="0"/>
              </a:spcAft>
              <a:buClr>
                <a:schemeClr val="accent1"/>
              </a:buClr>
              <a:buSzPts val="2844"/>
              <a:buFont typeface="Questrial"/>
              <a:buChar char=" "/>
              <a:defRPr b="0" i="0" sz="2844" u="none" cap="none" strike="noStrike">
                <a:solidFill>
                  <a:schemeClr val="dk1"/>
                </a:solidFill>
                <a:latin typeface="Questrial"/>
                <a:ea typeface="Questrial"/>
                <a:cs typeface="Questrial"/>
                <a:sym typeface="Questrial"/>
              </a:defRPr>
            </a:lvl1pPr>
            <a:lvl2pPr indent="-373126" lvl="1" marL="914400" marR="0" rtl="0" algn="l">
              <a:lnSpc>
                <a:spcPct val="90000"/>
              </a:lnSpc>
              <a:spcBef>
                <a:spcPts val="284"/>
              </a:spcBef>
              <a:spcAft>
                <a:spcPts val="0"/>
              </a:spcAft>
              <a:buClr>
                <a:schemeClr val="accent1"/>
              </a:buClr>
              <a:buSzPts val="2276"/>
              <a:buFont typeface="Noto Sans Symbols"/>
              <a:buChar char="•"/>
              <a:defRPr b="0" i="0" sz="2276" u="none" cap="none" strike="noStrike">
                <a:solidFill>
                  <a:schemeClr val="dk1"/>
                </a:solidFill>
                <a:latin typeface="Questrial"/>
                <a:ea typeface="Questrial"/>
                <a:cs typeface="Questrial"/>
                <a:sym typeface="Questrial"/>
              </a:defRPr>
            </a:lvl2pPr>
            <a:lvl3pPr indent="-336995" lvl="2" marL="1371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3pPr>
            <a:lvl4pPr indent="-336995" lvl="3" marL="18288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4pPr>
            <a:lvl5pPr indent="-336995" lvl="4" marL="22860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5pPr>
            <a:lvl6pPr indent="-336995" lvl="5" marL="27432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6pPr>
            <a:lvl7pPr indent="-336995" lvl="6" marL="32004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7pPr>
            <a:lvl8pPr indent="-336995" lvl="7" marL="3657600" marR="0" rtl="0" algn="l">
              <a:lnSpc>
                <a:spcPct val="90000"/>
              </a:lnSpc>
              <a:spcBef>
                <a:spcPts val="569"/>
              </a:spcBef>
              <a:spcAft>
                <a:spcPts val="0"/>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8pPr>
            <a:lvl9pPr indent="-336995" lvl="8" marL="4114800" marR="0" rtl="0" algn="l">
              <a:lnSpc>
                <a:spcPct val="90000"/>
              </a:lnSpc>
              <a:spcBef>
                <a:spcPts val="569"/>
              </a:spcBef>
              <a:spcAft>
                <a:spcPts val="569"/>
              </a:spcAft>
              <a:buClr>
                <a:schemeClr val="accent1"/>
              </a:buClr>
              <a:buSzPts val="1707"/>
              <a:buFont typeface="Noto Sans Symbols"/>
              <a:buChar char="•"/>
              <a:defRPr b="0" i="0" sz="1707" u="none" cap="none" strike="noStrike">
                <a:solidFill>
                  <a:schemeClr val="dk1"/>
                </a:solidFill>
                <a:latin typeface="Questrial"/>
                <a:ea typeface="Questrial"/>
                <a:cs typeface="Questrial"/>
                <a:sym typeface="Questrial"/>
              </a:defRPr>
            </a:lvl9pPr>
          </a:lstStyle>
          <a:p/>
        </p:txBody>
      </p:sp>
      <p:sp>
        <p:nvSpPr>
          <p:cNvPr id="8" name="Google Shape;8;p1"/>
          <p:cNvSpPr txBox="1"/>
          <p:nvPr>
            <p:ph idx="10" type="dt"/>
          </p:nvPr>
        </p:nvSpPr>
        <p:spPr>
          <a:xfrm>
            <a:off x="1092405" y="9202779"/>
            <a:ext cx="2297752" cy="390144"/>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9" name="Google Shape;9;p1"/>
          <p:cNvSpPr txBox="1"/>
          <p:nvPr>
            <p:ph idx="11" type="ftr"/>
          </p:nvPr>
        </p:nvSpPr>
        <p:spPr>
          <a:xfrm>
            <a:off x="5165796" y="9202779"/>
            <a:ext cx="6294889" cy="390144"/>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C0C0C"/>
              </a:buClr>
              <a:buSzPts val="1400"/>
              <a:buFont typeface="Questrial"/>
              <a:buNone/>
              <a:defRPr b="0" i="0" sz="1422" u="none" cap="none" strike="noStrike">
                <a:solidFill>
                  <a:srgbClr val="0C0C0C"/>
                </a:solidFill>
                <a:latin typeface="Questrial"/>
                <a:ea typeface="Questrial"/>
                <a:cs typeface="Questrial"/>
                <a:sym typeface="Questrial"/>
              </a:defRPr>
            </a:lvl1pPr>
            <a:lvl2pPr indent="342900" lvl="1"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2pPr>
            <a:lvl3pPr indent="685800" lvl="2"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3pPr>
            <a:lvl4pPr indent="1028700" lvl="3"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4pPr>
            <a:lvl5pPr indent="1371600" lvl="4"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5pPr>
            <a:lvl6pPr indent="1714500" lvl="5"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6pPr>
            <a:lvl7pPr indent="2057400" lvl="6"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7pPr>
            <a:lvl8pPr indent="2400300" lvl="7"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8pPr>
            <a:lvl9pPr indent="2743200" lvl="8" marL="0" marR="0" rtl="0" algn="ctr">
              <a:lnSpc>
                <a:spcPct val="100000"/>
              </a:lnSpc>
              <a:spcBef>
                <a:spcPts val="0"/>
              </a:spcBef>
              <a:spcAft>
                <a:spcPts val="0"/>
              </a:spcAft>
              <a:buClr>
                <a:srgbClr val="000000"/>
              </a:buClr>
              <a:buSzPts val="1400"/>
              <a:buFont typeface="Gill Sans"/>
              <a:buNone/>
              <a:defRPr b="0" i="0" sz="3800" u="none" cap="none" strike="noStrike">
                <a:solidFill>
                  <a:srgbClr val="000000"/>
                </a:solidFill>
                <a:latin typeface="Gill Sans"/>
                <a:ea typeface="Gill Sans"/>
                <a:cs typeface="Gill Sans"/>
                <a:sym typeface="Gill Sans"/>
              </a:defRPr>
            </a:lvl9pPr>
          </a:lstStyle>
          <a:p/>
        </p:txBody>
      </p:sp>
      <p:sp>
        <p:nvSpPr>
          <p:cNvPr id="10" name="Google Shape;10;p1"/>
          <p:cNvSpPr txBox="1"/>
          <p:nvPr>
            <p:ph idx="12" type="sldNum"/>
          </p:nvPr>
        </p:nvSpPr>
        <p:spPr>
          <a:xfrm>
            <a:off x="11559822" y="9202779"/>
            <a:ext cx="1038578" cy="3901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1pPr>
            <a:lvl2pPr indent="0" lvl="1"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2pPr>
            <a:lvl3pPr indent="0" lvl="2"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3pPr>
            <a:lvl4pPr indent="0" lvl="3"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4pPr>
            <a:lvl5pPr indent="0" lvl="4"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5pPr>
            <a:lvl6pPr indent="0" lvl="5"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6pPr>
            <a:lvl7pPr indent="0" lvl="6"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7pPr>
            <a:lvl8pPr indent="0" lvl="7"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8pPr>
            <a:lvl9pPr indent="0" lvl="8" marL="0" marR="0" rtl="0" algn="l">
              <a:lnSpc>
                <a:spcPct val="100000"/>
              </a:lnSpc>
              <a:spcBef>
                <a:spcPts val="0"/>
              </a:spcBef>
              <a:spcAft>
                <a:spcPts val="0"/>
              </a:spcAft>
              <a:buClr>
                <a:srgbClr val="0C0C0C"/>
              </a:buClr>
              <a:buFont typeface="Questrial"/>
              <a:buNone/>
              <a:defRPr b="0" i="0" sz="1422" u="none" cap="none" strike="noStrike">
                <a:solidFill>
                  <a:srgbClr val="0C0C0C"/>
                </a:solidFill>
                <a:latin typeface="Questrial"/>
                <a:ea typeface="Questrial"/>
                <a:cs typeface="Questrial"/>
                <a:sym typeface="Questrial"/>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
          <p:cNvCxnSpPr/>
          <p:nvPr/>
        </p:nvCxnSpPr>
        <p:spPr>
          <a:xfrm rot="10800000">
            <a:off x="812800" y="1175216"/>
            <a:ext cx="0" cy="130048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245937" y="1879600"/>
            <a:ext cx="10452100" cy="1837489"/>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7200" u="none" cap="none" strike="noStrike">
                <a:solidFill>
                  <a:srgbClr val="0C0C0C"/>
                </a:solidFill>
                <a:latin typeface="Questrial"/>
                <a:ea typeface="Questrial"/>
                <a:cs typeface="Questrial"/>
                <a:sym typeface="Questrial"/>
              </a:rPr>
              <a:t>AARON GOLD</a:t>
            </a:r>
            <a:br>
              <a:rPr b="0" i="0" lang="en-US" sz="7200" u="none" cap="none" strike="noStrike">
                <a:solidFill>
                  <a:srgbClr val="0C0C0C"/>
                </a:solidFill>
                <a:latin typeface="Questrial"/>
                <a:ea typeface="Questrial"/>
                <a:cs typeface="Questrial"/>
                <a:sym typeface="Questrial"/>
              </a:rPr>
            </a:br>
            <a:r>
              <a:rPr b="0" i="0" lang="en-US" sz="7200" u="none" cap="none" strike="noStrike">
                <a:solidFill>
                  <a:srgbClr val="0C0C0C"/>
                </a:solidFill>
                <a:latin typeface="Questrial"/>
                <a:ea typeface="Questrial"/>
                <a:cs typeface="Questrial"/>
                <a:sym typeface="Questrial"/>
              </a:rPr>
              <a:t>HCI 440</a:t>
            </a:r>
            <a:br>
              <a:rPr b="0" i="0" lang="en-US" sz="7200" u="none" cap="none" strike="noStrike">
                <a:solidFill>
                  <a:srgbClr val="0C0C0C"/>
                </a:solidFill>
                <a:latin typeface="Questrial"/>
                <a:ea typeface="Questrial"/>
                <a:cs typeface="Questrial"/>
                <a:sym typeface="Questrial"/>
              </a:rPr>
            </a:br>
            <a:r>
              <a:rPr b="0" i="0" lang="en-US" sz="7200" u="none" cap="none" strike="noStrike">
                <a:solidFill>
                  <a:srgbClr val="0C0C0C"/>
                </a:solidFill>
                <a:latin typeface="Questrial"/>
                <a:ea typeface="Questrial"/>
                <a:cs typeface="Questrial"/>
                <a:sym typeface="Questrial"/>
              </a:rPr>
              <a:t>INTEGRATED FLYING EXPERIENCE</a:t>
            </a:r>
            <a:endParaRPr b="0" i="0" sz="7200" u="none" cap="none" strike="noStrike">
              <a:solidFill>
                <a:srgbClr val="0C0C0C"/>
              </a:solidFill>
              <a:latin typeface="Questrial"/>
              <a:ea typeface="Questrial"/>
              <a:cs typeface="Questrial"/>
              <a:sym typeface="Questrial"/>
            </a:endParaRPr>
          </a:p>
        </p:txBody>
      </p:sp>
      <p:sp>
        <p:nvSpPr>
          <p:cNvPr id="101" name="Google Shape;101;p15"/>
          <p:cNvSpPr txBox="1"/>
          <p:nvPr/>
        </p:nvSpPr>
        <p:spPr>
          <a:xfrm>
            <a:off x="1245937" y="3022600"/>
            <a:ext cx="10452100" cy="1879600"/>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Clr>
                <a:srgbClr val="3F3F3F"/>
              </a:buClr>
              <a:buFont typeface="Questrial"/>
              <a:buNone/>
            </a:pPr>
            <a:r>
              <a:t/>
            </a:r>
            <a:endParaRPr b="0" i="0" sz="2800" u="none" cap="none" strike="noStrike">
              <a:solidFill>
                <a:srgbClr val="3F3F3F"/>
              </a:solidFill>
              <a:latin typeface="Questrial"/>
              <a:ea typeface="Questrial"/>
              <a:cs typeface="Questrial"/>
              <a:sym typeface="Questrial"/>
            </a:endParaRPr>
          </a:p>
        </p:txBody>
      </p:sp>
      <p:sp>
        <p:nvSpPr>
          <p:cNvPr id="102" name="Google Shape;102;p15"/>
          <p:cNvSpPr/>
          <p:nvPr/>
        </p:nvSpPr>
        <p:spPr>
          <a:xfrm>
            <a:off x="1245937" y="4241800"/>
            <a:ext cx="10452100" cy="1320800"/>
          </a:xfrm>
          <a:prstGeom prst="rect">
            <a:avLst/>
          </a:prstGeom>
          <a:noFill/>
          <a:ln>
            <a:noFill/>
          </a:ln>
        </p:spPr>
        <p:txBody>
          <a:bodyPr anchorCtr="0" anchor="ctr" bIns="50800" lIns="50800" spcFirstLastPara="1" rIns="50800" wrap="square" tIns="50800">
            <a:noAutofit/>
          </a:bodyPr>
          <a:lstStyle/>
          <a:p>
            <a:pPr indent="0" lvl="0" marL="0" marR="0" rtl="0" algn="r">
              <a:lnSpc>
                <a:spcPct val="100000"/>
              </a:lnSpc>
              <a:spcBef>
                <a:spcPts val="0"/>
              </a:spcBef>
              <a:spcAft>
                <a:spcPts val="0"/>
              </a:spcAft>
              <a:buClr>
                <a:srgbClr val="000000"/>
              </a:buClr>
              <a:buFont typeface="Questrial"/>
              <a:buNone/>
            </a:pPr>
            <a:r>
              <a:t/>
            </a:r>
            <a:endParaRPr b="0" i="0" sz="3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INTEGRATED APP FOR FLYING</a:t>
            </a:r>
            <a:endParaRPr b="0" i="0" sz="4000" u="none" cap="none" strike="noStrike">
              <a:solidFill>
                <a:srgbClr val="0C0C0C"/>
              </a:solidFill>
              <a:latin typeface="Questrial"/>
              <a:ea typeface="Questrial"/>
              <a:cs typeface="Questrial"/>
              <a:sym typeface="Questrial"/>
            </a:endParaRPr>
          </a:p>
        </p:txBody>
      </p:sp>
      <p:sp>
        <p:nvSpPr>
          <p:cNvPr id="108" name="Google Shape;108;p16"/>
          <p:cNvSpPr txBox="1"/>
          <p:nvPr>
            <p:ph idx="1" type="body"/>
          </p:nvPr>
        </p:nvSpPr>
        <p:spPr>
          <a:xfrm>
            <a:off x="1092402" y="3492500"/>
            <a:ext cx="10368078" cy="5722112"/>
          </a:xfrm>
          <a:prstGeom prst="rect">
            <a:avLst/>
          </a:prstGeom>
          <a:noFill/>
          <a:ln>
            <a:noFill/>
          </a:ln>
        </p:spPr>
        <p:txBody>
          <a:bodyPr anchorCtr="0" anchor="t" bIns="45700" lIns="45700" spcFirstLastPara="1" rIns="45700" wrap="square" tIns="45700">
            <a:noAutofit/>
          </a:bodyPr>
          <a:lstStyle/>
          <a:p>
            <a:pPr indent="-130046" lvl="0" marL="130046" marR="0" rtl="0" algn="l">
              <a:lnSpc>
                <a:spcPct val="90000"/>
              </a:lnSpc>
              <a:spcBef>
                <a:spcPts val="0"/>
              </a:spcBef>
              <a:spcAft>
                <a:spcPts val="0"/>
              </a:spcAft>
              <a:buClr>
                <a:schemeClr val="accent1"/>
              </a:buClr>
              <a:buSzPts val="2844"/>
              <a:buFont typeface="Questrial"/>
              <a:buChar char=" "/>
            </a:pPr>
            <a:r>
              <a:rPr b="0" i="0" lang="en-US" sz="2844" u="none" cap="none" strike="noStrike">
                <a:solidFill>
                  <a:schemeClr val="dk1"/>
                </a:solidFill>
                <a:latin typeface="Questrial"/>
                <a:ea typeface="Questrial"/>
                <a:cs typeface="Questrial"/>
                <a:sym typeface="Questrial"/>
              </a:rPr>
              <a:t>This integrated experience app will be for people traveling by plane, which includes buying tickets, spending time at the airport, and flying on the plane. The app will help users have a better experience, with better knowledge throughout the traveling process.</a:t>
            </a:r>
            <a:endParaRPr/>
          </a:p>
          <a:p>
            <a:pPr indent="-130046" lvl="0" marL="130046" marR="0" rtl="0" algn="l">
              <a:lnSpc>
                <a:spcPct val="90000"/>
              </a:lnSpc>
              <a:spcBef>
                <a:spcPts val="1991"/>
              </a:spcBef>
              <a:spcAft>
                <a:spcPts val="0"/>
              </a:spcAft>
              <a:buClr>
                <a:schemeClr val="accent1"/>
              </a:buClr>
              <a:buSzPts val="2844"/>
              <a:buFont typeface="Questrial"/>
              <a:buChar char=" "/>
            </a:pPr>
            <a:r>
              <a:rPr b="0" i="0" lang="en-US" sz="2844" u="none" cap="none" strike="noStrike">
                <a:solidFill>
                  <a:schemeClr val="dk1"/>
                </a:solidFill>
                <a:latin typeface="Questrial"/>
                <a:ea typeface="Questrial"/>
                <a:cs typeface="Questrial"/>
                <a:sym typeface="Questrial"/>
              </a:rPr>
              <a:t>This is a good candidate for an integrated experience because it is something that can be widely used and can make flying a more enjoyable experience. Users will benefit from this app by being better informed with information before, during and after flights</a:t>
            </a:r>
            <a:endParaRPr b="0" i="0" sz="2844" u="none" cap="none" strike="noStrike">
              <a:solidFill>
                <a:schemeClr val="dk1"/>
              </a:solidFill>
              <a:latin typeface="Questrial"/>
              <a:ea typeface="Questrial"/>
              <a:cs typeface="Questrial"/>
              <a:sym typeface="Quest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AFFORDANCES</a:t>
            </a:r>
            <a:endParaRPr b="0" i="0" sz="4000" u="none" cap="none" strike="noStrike">
              <a:solidFill>
                <a:srgbClr val="0C0C0C"/>
              </a:solidFill>
              <a:latin typeface="Questrial"/>
              <a:ea typeface="Questrial"/>
              <a:cs typeface="Questrial"/>
              <a:sym typeface="Questrial"/>
            </a:endParaRPr>
          </a:p>
        </p:txBody>
      </p:sp>
      <p:sp>
        <p:nvSpPr>
          <p:cNvPr id="114" name="Google Shape;114;p17"/>
          <p:cNvSpPr txBox="1"/>
          <p:nvPr>
            <p:ph idx="1" type="body"/>
          </p:nvPr>
        </p:nvSpPr>
        <p:spPr>
          <a:xfrm>
            <a:off x="1276350" y="2887579"/>
            <a:ext cx="10452100" cy="5568287"/>
          </a:xfrm>
          <a:prstGeom prst="rect">
            <a:avLst/>
          </a:prstGeom>
          <a:noFill/>
          <a:ln>
            <a:noFill/>
          </a:ln>
        </p:spPr>
        <p:txBody>
          <a:bodyPr anchorCtr="0" anchor="t" bIns="45700" lIns="45700" spcFirstLastPara="1" rIns="45700" wrap="square" tIns="45700">
            <a:noAutofit/>
          </a:bodyPr>
          <a:lstStyle/>
          <a:p>
            <a:pPr indent="-130046" lvl="0" marL="130046" marR="0" rtl="0" algn="l">
              <a:lnSpc>
                <a:spcPct val="80000"/>
              </a:lnSpc>
              <a:spcBef>
                <a:spcPts val="0"/>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Buying Tickets</a:t>
            </a:r>
            <a:endParaRPr b="0" i="0" sz="2844" u="sng" cap="none" strike="noStrike">
              <a:solidFill>
                <a:schemeClr val="dk1"/>
              </a:solidFill>
              <a:latin typeface="Questrial"/>
              <a:ea typeface="Questrial"/>
              <a:cs typeface="Questrial"/>
              <a:sym typeface="Questrial"/>
            </a:endParaRPr>
          </a:p>
          <a:p>
            <a:pPr indent="-199333" lvl="1" marL="377133" marR="0" rtl="0" algn="l">
              <a:lnSpc>
                <a:spcPct val="8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Users can select flights that they are interested in purchasing and the app can monitor the price for changes, and give notifications until they purchase the ticket. The app also provides general price predictions and recommends when to buy tickets for a particular day or flight.</a:t>
            </a:r>
            <a:endParaRPr/>
          </a:p>
          <a:p>
            <a:pPr indent="-199333" lvl="1" marL="377133" marR="0" rtl="0" algn="l">
              <a:lnSpc>
                <a:spcPct val="8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Informs users of baggage and other fees and can adjust airline prices to include these fees.</a:t>
            </a:r>
            <a:endParaRPr/>
          </a:p>
          <a:p>
            <a:pPr indent="-199333" lvl="1" marL="377133" marR="0" rtl="0" algn="l">
              <a:lnSpc>
                <a:spcPct val="8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Keeps track of flight receipts and flight purchase history.</a:t>
            </a:r>
            <a:endParaRPr/>
          </a:p>
          <a:p>
            <a:pPr indent="-199333" lvl="1" marL="377133" marR="0" rtl="0" algn="l">
              <a:lnSpc>
                <a:spcPct val="8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Shows all the amenities and features about the flight that you are taking, including whether the airplane offers in-seat charging or personal in seat screens. </a:t>
            </a:r>
            <a:endParaRPr b="0" i="0" sz="2276" u="none" cap="none" strike="noStrike">
              <a:solidFill>
                <a:schemeClr val="dk1"/>
              </a:solidFill>
              <a:latin typeface="Questrial"/>
              <a:ea typeface="Questrial"/>
              <a:cs typeface="Questrial"/>
              <a:sym typeface="Questrial"/>
            </a:endParaRPr>
          </a:p>
          <a:p>
            <a:pPr indent="-130046" lvl="0" marL="130046" marR="0" rtl="0" algn="l">
              <a:lnSpc>
                <a:spcPct val="80000"/>
              </a:lnSpc>
              <a:spcBef>
                <a:spcPts val="2276"/>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Spending time at the airport</a:t>
            </a:r>
            <a:endParaRPr b="0" i="0" sz="2844" u="sng" cap="none" strike="noStrike">
              <a:solidFill>
                <a:schemeClr val="dk1"/>
              </a:solidFill>
              <a:latin typeface="Questrial"/>
              <a:ea typeface="Questrial"/>
              <a:cs typeface="Questrial"/>
              <a:sym typeface="Questrial"/>
            </a:endParaRPr>
          </a:p>
          <a:p>
            <a:pPr indent="-199333" lvl="1" marL="377133" marR="0" rtl="0" algn="l">
              <a:lnSpc>
                <a:spcPct val="8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App will provide information about the airport and terminal you are at (uses GPS to recognize where you are). </a:t>
            </a:r>
            <a:endParaRPr/>
          </a:p>
          <a:p>
            <a:pPr indent="-199333" lvl="1" marL="377133" marR="0" rtl="0" algn="l">
              <a:lnSpc>
                <a:spcPct val="8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Shows all the airlines at that terminal as well as the locations of shops, food, lounges, and restrooms. Also gives a map of the airport and terminal.</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AFFORDANCES CONT.</a:t>
            </a:r>
            <a:endParaRPr b="0" i="0" sz="4000" u="none" cap="none" strike="noStrike">
              <a:solidFill>
                <a:srgbClr val="0C0C0C"/>
              </a:solidFill>
              <a:latin typeface="Questrial"/>
              <a:ea typeface="Questrial"/>
              <a:cs typeface="Questrial"/>
              <a:sym typeface="Questrial"/>
            </a:endParaRPr>
          </a:p>
        </p:txBody>
      </p:sp>
      <p:sp>
        <p:nvSpPr>
          <p:cNvPr id="120" name="Google Shape;120;p18"/>
          <p:cNvSpPr txBox="1"/>
          <p:nvPr>
            <p:ph idx="1" type="body"/>
          </p:nvPr>
        </p:nvSpPr>
        <p:spPr>
          <a:xfrm>
            <a:off x="666764" y="2869535"/>
            <a:ext cx="10452000" cy="5608500"/>
          </a:xfrm>
          <a:prstGeom prst="rect">
            <a:avLst/>
          </a:prstGeom>
          <a:noFill/>
          <a:ln>
            <a:noFill/>
          </a:ln>
        </p:spPr>
        <p:txBody>
          <a:bodyPr anchorCtr="0" anchor="t" bIns="45700" lIns="45700" spcFirstLastPara="1" rIns="45700" wrap="square" tIns="45700">
            <a:noAutofit/>
          </a:bodyPr>
          <a:lstStyle/>
          <a:p>
            <a:pPr indent="0" lvl="0" marL="130045" marR="0" rtl="0" algn="l">
              <a:lnSpc>
                <a:spcPct val="70000"/>
              </a:lnSpc>
              <a:spcBef>
                <a:spcPts val="0"/>
              </a:spcBef>
              <a:spcAft>
                <a:spcPts val="0"/>
              </a:spcAft>
              <a:buNone/>
            </a:pPr>
            <a:r>
              <a:rPr lang="en-US" sz="2631"/>
              <a:t>   </a:t>
            </a:r>
            <a:r>
              <a:rPr b="0" i="0" lang="en-US" sz="2631" u="sng" cap="none" strike="noStrike">
                <a:solidFill>
                  <a:schemeClr val="dk1"/>
                </a:solidFill>
                <a:latin typeface="Questrial"/>
                <a:ea typeface="Questrial"/>
                <a:cs typeface="Questrial"/>
                <a:sym typeface="Questrial"/>
              </a:rPr>
              <a:t>Flying on the plane</a:t>
            </a:r>
            <a:endParaRPr b="0" i="0" sz="2631" u="sng" cap="none" strike="noStrike">
              <a:solidFill>
                <a:schemeClr val="dk1"/>
              </a:solidFill>
              <a:latin typeface="Questrial"/>
              <a:ea typeface="Questrial"/>
              <a:cs typeface="Questrial"/>
              <a:sym typeface="Questrial"/>
            </a:endParaRPr>
          </a:p>
          <a:p>
            <a:pPr indent="-199333" lvl="1" marL="377133" marR="0" rtl="0" algn="l">
              <a:lnSpc>
                <a:spcPct val="70000"/>
              </a:lnSpc>
              <a:spcBef>
                <a:spcPts val="568"/>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Users can see a flight map/ flight tracker throughout the flight, which would work with internet and GPS. If GPS is not available then the app can show your approximate location based on departure time, ETA, and historical flight paths.</a:t>
            </a:r>
            <a:endParaRPr/>
          </a:p>
          <a:p>
            <a:pPr indent="-199333" lvl="1" marL="377133" marR="0" rtl="0" algn="l">
              <a:lnSpc>
                <a:spcPct val="70000"/>
              </a:lnSpc>
              <a:spcBef>
                <a:spcPts val="853"/>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Bluetooth messaging – Allows messaging on the plane without internet.</a:t>
            </a:r>
            <a:endParaRPr/>
          </a:p>
          <a:p>
            <a:pPr indent="-199333" lvl="1" marL="377133" marR="0" rtl="0" algn="l">
              <a:lnSpc>
                <a:spcPct val="70000"/>
              </a:lnSpc>
              <a:spcBef>
                <a:spcPts val="853"/>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Users can also record what they did during the flight such as work, sleep, watch a movie etc</a:t>
            </a:r>
            <a:r>
              <a:rPr lang="en-US" sz="2105"/>
              <a:t>.</a:t>
            </a:r>
            <a:endParaRPr sz="2105"/>
          </a:p>
          <a:p>
            <a:pPr indent="-199333" lvl="1" marL="377133" marR="0" rtl="0" algn="l">
              <a:lnSpc>
                <a:spcPct val="70000"/>
              </a:lnSpc>
              <a:spcBef>
                <a:spcPts val="853"/>
              </a:spcBef>
              <a:spcAft>
                <a:spcPts val="0"/>
              </a:spcAft>
              <a:buClr>
                <a:schemeClr val="accent1"/>
              </a:buClr>
              <a:buSzPts val="2105"/>
              <a:buFont typeface="Merriweather Sans"/>
              <a:buChar char="‣"/>
            </a:pPr>
            <a:r>
              <a:t/>
            </a:r>
            <a:endParaRPr sz="2631" u="sng"/>
          </a:p>
          <a:p>
            <a:pPr indent="-199333" lvl="1" marL="377133" marR="0" rtl="0" algn="l">
              <a:lnSpc>
                <a:spcPct val="70000"/>
              </a:lnSpc>
              <a:spcBef>
                <a:spcPts val="853"/>
              </a:spcBef>
              <a:spcAft>
                <a:spcPts val="0"/>
              </a:spcAft>
              <a:buClr>
                <a:schemeClr val="accent1"/>
              </a:buClr>
              <a:buSzPts val="2105"/>
              <a:buFont typeface="Merriweather Sans"/>
              <a:buChar char="‣"/>
            </a:pPr>
            <a:r>
              <a:rPr b="0" i="0" lang="en-US" sz="2631" u="sng" cap="none" strike="noStrike">
                <a:solidFill>
                  <a:schemeClr val="dk1"/>
                </a:solidFill>
                <a:latin typeface="Questrial"/>
                <a:ea typeface="Questrial"/>
                <a:cs typeface="Questrial"/>
                <a:sym typeface="Questrial"/>
              </a:rPr>
              <a:t>After flights</a:t>
            </a:r>
            <a:endParaRPr b="0" i="0" sz="2631" u="sng" cap="none" strike="noStrike">
              <a:solidFill>
                <a:schemeClr val="dk1"/>
              </a:solidFill>
              <a:latin typeface="Questrial"/>
              <a:ea typeface="Questrial"/>
              <a:cs typeface="Questrial"/>
              <a:sym typeface="Questrial"/>
            </a:endParaRPr>
          </a:p>
          <a:p>
            <a:pPr indent="-199333" lvl="1" marL="377133" marR="0" rtl="0" algn="l">
              <a:lnSpc>
                <a:spcPct val="70000"/>
              </a:lnSpc>
              <a:spcBef>
                <a:spcPts val="568"/>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Provides info about how long the flight and travel process took. Keeps record of all the users  trips and flights with information on destinations, origins, dates and prices (similar to Uber’s display of trip information).  </a:t>
            </a:r>
            <a:endParaRPr/>
          </a:p>
          <a:p>
            <a:pPr indent="-199333" lvl="1" marL="377133" marR="0" rtl="0" algn="l">
              <a:lnSpc>
                <a:spcPct val="70000"/>
              </a:lnSpc>
              <a:spcBef>
                <a:spcPts val="853"/>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This data will be useful for users who want to look back on past trips for nostalgia and reference.</a:t>
            </a:r>
            <a:endParaRPr/>
          </a:p>
          <a:p>
            <a:pPr indent="-130046" lvl="0" marL="130046" marR="0" rtl="0" algn="l">
              <a:lnSpc>
                <a:spcPct val="70000"/>
              </a:lnSpc>
              <a:spcBef>
                <a:spcPts val="2276"/>
              </a:spcBef>
              <a:spcAft>
                <a:spcPts val="0"/>
              </a:spcAft>
              <a:buClr>
                <a:schemeClr val="accent1"/>
              </a:buClr>
              <a:buFont typeface="Questrial"/>
              <a:buNone/>
            </a:pPr>
            <a:r>
              <a:rPr lang="en-US" sz="2631"/>
              <a:t>     </a:t>
            </a:r>
            <a:r>
              <a:rPr b="0" i="0" lang="en-US" sz="2631" u="sng" cap="none" strike="noStrike">
                <a:solidFill>
                  <a:schemeClr val="dk1"/>
                </a:solidFill>
                <a:latin typeface="Questrial"/>
                <a:ea typeface="Questrial"/>
                <a:cs typeface="Questrial"/>
                <a:sym typeface="Questrial"/>
              </a:rPr>
              <a:t>Community</a:t>
            </a:r>
            <a:endParaRPr/>
          </a:p>
          <a:p>
            <a:pPr indent="-199333" lvl="1" marL="377133" marR="0" rtl="0" algn="l">
              <a:lnSpc>
                <a:spcPct val="70000"/>
              </a:lnSpc>
              <a:spcBef>
                <a:spcPts val="568"/>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Users of the same app can connect or friend each other and post on a feed. They can also chat with each other - which can be done with internet, or if not available, Bluetooth.</a:t>
            </a:r>
            <a:endParaRPr b="0" i="0" sz="2105" u="none" cap="none" strike="noStrike">
              <a:solidFill>
                <a:schemeClr val="dk1"/>
              </a:solidFill>
              <a:latin typeface="Questrial"/>
              <a:ea typeface="Questrial"/>
              <a:cs typeface="Questrial"/>
              <a:sym typeface="Questrial"/>
            </a:endParaRPr>
          </a:p>
          <a:p>
            <a:pPr indent="-199333" lvl="1" marL="377133" marR="0" rtl="0" algn="l">
              <a:lnSpc>
                <a:spcPct val="70000"/>
              </a:lnSpc>
              <a:spcBef>
                <a:spcPts val="853"/>
              </a:spcBef>
              <a:spcAft>
                <a:spcPts val="0"/>
              </a:spcAft>
              <a:buClr>
                <a:schemeClr val="accent1"/>
              </a:buClr>
              <a:buSzPts val="2105"/>
              <a:buFont typeface="Merriweather Sans"/>
              <a:buChar char="‣"/>
            </a:pPr>
            <a:r>
              <a:rPr b="0" i="0" lang="en-US" sz="2105" u="none" cap="none" strike="noStrike">
                <a:solidFill>
                  <a:schemeClr val="dk1"/>
                </a:solidFill>
                <a:latin typeface="Questrial"/>
                <a:ea typeface="Questrial"/>
                <a:cs typeface="Questrial"/>
                <a:sym typeface="Questrial"/>
              </a:rPr>
              <a:t>This data will be useful for users who want to look back on past trips for nostalgia and reference.</a:t>
            </a:r>
            <a:endParaRPr/>
          </a:p>
          <a:p>
            <a:pPr indent="-65665" lvl="1" marL="377133" marR="0" rtl="0" algn="l">
              <a:lnSpc>
                <a:spcPct val="70000"/>
              </a:lnSpc>
              <a:spcBef>
                <a:spcPts val="853"/>
              </a:spcBef>
              <a:spcAft>
                <a:spcPts val="0"/>
              </a:spcAft>
              <a:buClr>
                <a:schemeClr val="accent1"/>
              </a:buClr>
              <a:buSzPts val="2105"/>
              <a:buFont typeface="Merriweather Sans"/>
              <a:buNone/>
            </a:pPr>
            <a:r>
              <a:t/>
            </a:r>
            <a:endParaRPr b="0" i="0" sz="2105" u="none" cap="none" strike="noStrike">
              <a:solidFill>
                <a:schemeClr val="dk1"/>
              </a:solidFill>
              <a:latin typeface="Questrial"/>
              <a:ea typeface="Questrial"/>
              <a:cs typeface="Questrial"/>
              <a:sym typeface="Questrial"/>
            </a:endParaRPr>
          </a:p>
          <a:p>
            <a:pPr indent="-65665" lvl="1" marL="377133" marR="0" rtl="0" algn="l">
              <a:lnSpc>
                <a:spcPct val="70000"/>
              </a:lnSpc>
              <a:spcBef>
                <a:spcPts val="853"/>
              </a:spcBef>
              <a:spcAft>
                <a:spcPts val="0"/>
              </a:spcAft>
              <a:buClr>
                <a:schemeClr val="accent1"/>
              </a:buClr>
              <a:buSzPts val="2105"/>
              <a:buFont typeface="Merriweather Sans"/>
              <a:buNone/>
            </a:pPr>
            <a:r>
              <a:t/>
            </a:r>
            <a:endParaRPr b="0" i="0" sz="2105" u="none" cap="none" strike="noStrike">
              <a:solidFill>
                <a:schemeClr val="dk1"/>
              </a:solidFill>
              <a:latin typeface="Questrial"/>
              <a:ea typeface="Questrial"/>
              <a:cs typeface="Questrial"/>
              <a:sym typeface="Questrial"/>
            </a:endParaRPr>
          </a:p>
          <a:p>
            <a:pPr indent="-65665" lvl="1" marL="377133" marR="0" rtl="0" algn="l">
              <a:lnSpc>
                <a:spcPct val="70000"/>
              </a:lnSpc>
              <a:spcBef>
                <a:spcPts val="853"/>
              </a:spcBef>
              <a:spcAft>
                <a:spcPts val="0"/>
              </a:spcAft>
              <a:buClr>
                <a:schemeClr val="accent1"/>
              </a:buClr>
              <a:buSzPts val="2105"/>
              <a:buFont typeface="Merriweather Sans"/>
              <a:buNone/>
            </a:pPr>
            <a:r>
              <a:t/>
            </a:r>
            <a:endParaRPr b="0" i="0" sz="2105" u="none" cap="none" strike="noStrike">
              <a:solidFill>
                <a:schemeClr val="dk1"/>
              </a:solidFill>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USERS</a:t>
            </a:r>
            <a:endParaRPr b="0" i="0" sz="4000" u="none" cap="none" strike="noStrike">
              <a:solidFill>
                <a:srgbClr val="0C0C0C"/>
              </a:solidFill>
              <a:latin typeface="Questrial"/>
              <a:ea typeface="Questrial"/>
              <a:cs typeface="Questrial"/>
              <a:sym typeface="Questrial"/>
            </a:endParaRPr>
          </a:p>
        </p:txBody>
      </p:sp>
      <p:sp>
        <p:nvSpPr>
          <p:cNvPr id="126" name="Google Shape;126;p19"/>
          <p:cNvSpPr txBox="1"/>
          <p:nvPr>
            <p:ph idx="1" type="body"/>
          </p:nvPr>
        </p:nvSpPr>
        <p:spPr>
          <a:xfrm>
            <a:off x="1276350" y="2965094"/>
            <a:ext cx="10452000" cy="5568300"/>
          </a:xfrm>
          <a:prstGeom prst="rect">
            <a:avLst/>
          </a:prstGeom>
          <a:noFill/>
          <a:ln>
            <a:noFill/>
          </a:ln>
        </p:spPr>
        <p:txBody>
          <a:bodyPr anchorCtr="0" anchor="t" bIns="45700" lIns="45700" spcFirstLastPara="1" rIns="45700" wrap="square" tIns="45700">
            <a:noAutofit/>
          </a:bodyPr>
          <a:lstStyle/>
          <a:p>
            <a:pPr indent="-130046" lvl="0" marL="130046" marR="0" rtl="0" algn="l">
              <a:lnSpc>
                <a:spcPct val="90000"/>
              </a:lnSpc>
              <a:spcBef>
                <a:spcPts val="0"/>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Business </a:t>
            </a:r>
            <a:r>
              <a:rPr lang="en-US" u="sng"/>
              <a:t>Traveler</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Frequent flyer usually buys airline ticket with points or company pays for flight. </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Often goes to new airports and is not always familiar with the airport and terminals.</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Is always on a tight schedule.</a:t>
            </a:r>
            <a:endParaRPr/>
          </a:p>
          <a:p>
            <a:pPr indent="50548" lvl="0" marL="130046" marR="0" rtl="0" algn="l">
              <a:lnSpc>
                <a:spcPct val="90000"/>
              </a:lnSpc>
              <a:spcBef>
                <a:spcPts val="2276"/>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130046" lvl="0" marL="130046" marR="0" rtl="0" algn="l">
              <a:lnSpc>
                <a:spcPct val="90000"/>
              </a:lnSpc>
              <a:spcBef>
                <a:spcPts val="1991"/>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Parents travelling with children/family</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Enjoys travelling to new places and spending time with family.</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Want to ensure family's well being and always be in touch with family members.</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Love taking pictures and remembering their experiences.</a:t>
            </a:r>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SCENARIOS</a:t>
            </a:r>
            <a:endParaRPr b="0" i="0" sz="4000" u="none" cap="none" strike="noStrike">
              <a:solidFill>
                <a:srgbClr val="0C0C0C"/>
              </a:solidFill>
              <a:latin typeface="Questrial"/>
              <a:ea typeface="Questrial"/>
              <a:cs typeface="Questrial"/>
              <a:sym typeface="Questrial"/>
            </a:endParaRPr>
          </a:p>
        </p:txBody>
      </p:sp>
      <p:sp>
        <p:nvSpPr>
          <p:cNvPr id="132" name="Google Shape;132;p20"/>
          <p:cNvSpPr txBox="1"/>
          <p:nvPr>
            <p:ph idx="1" type="body"/>
          </p:nvPr>
        </p:nvSpPr>
        <p:spPr>
          <a:xfrm>
            <a:off x="1276350" y="2965094"/>
            <a:ext cx="10452000" cy="5568300"/>
          </a:xfrm>
          <a:prstGeom prst="rect">
            <a:avLst/>
          </a:prstGeom>
          <a:noFill/>
          <a:ln>
            <a:noFill/>
          </a:ln>
        </p:spPr>
        <p:txBody>
          <a:bodyPr anchorCtr="0" anchor="t" bIns="45700" lIns="45700" spcFirstLastPara="1" rIns="45700" wrap="square" tIns="45700">
            <a:noAutofit/>
          </a:bodyPr>
          <a:lstStyle/>
          <a:p>
            <a:pPr indent="-130046" lvl="0" marL="130046" marR="0" rtl="0" algn="l">
              <a:lnSpc>
                <a:spcPct val="90000"/>
              </a:lnSpc>
              <a:spcBef>
                <a:spcPts val="0"/>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Business Travel</a:t>
            </a:r>
            <a:r>
              <a:rPr lang="en-US" u="sng"/>
              <a:t>er</a:t>
            </a:r>
            <a:endParaRPr b="0" i="0" sz="2844" u="sng" cap="none" strike="noStrike">
              <a:solidFill>
                <a:schemeClr val="dk1"/>
              </a:solidFill>
              <a:latin typeface="Questrial"/>
              <a:ea typeface="Questrial"/>
              <a:cs typeface="Questrial"/>
              <a:sym typeface="Questrial"/>
            </a:endParaRPr>
          </a:p>
          <a:p>
            <a:pPr indent="-130046" lvl="0" marL="130046" marR="0" rtl="0" algn="l">
              <a:lnSpc>
                <a:spcPct val="90000"/>
              </a:lnSpc>
              <a:spcBef>
                <a:spcPts val="1991"/>
              </a:spcBef>
              <a:spcAft>
                <a:spcPts val="0"/>
              </a:spcAft>
              <a:buClr>
                <a:schemeClr val="accent1"/>
              </a:buClr>
              <a:buSzPts val="2844"/>
              <a:buFont typeface="Questrial"/>
              <a:buChar char=" "/>
            </a:pPr>
            <a:r>
              <a:rPr b="0" i="0" lang="en-US" sz="2844" u="none" cap="none" strike="noStrike">
                <a:solidFill>
                  <a:schemeClr val="dk1"/>
                </a:solidFill>
                <a:latin typeface="Questrial"/>
                <a:ea typeface="Questrial"/>
                <a:cs typeface="Questrial"/>
                <a:sym typeface="Questrial"/>
              </a:rPr>
              <a:t>The business person looks at the flight travel history data from his phone to see similar trips that he has done in the past so he can better plan this trip and be confident about his schedule. When he is at the airport for his return flight, he wants a place where he can relax, do some work and make calls. He uses the app to help him locate all the airport lounges he has access to. During the flight, he uses the flight tracker feature to know where he is, which puts him at ease. At the end of the flight, he writes down the work that he did and how he rested for part of the flight. </a:t>
            </a:r>
            <a:endParaRPr b="0" i="0" sz="2844"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568"/>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SCENARIOS CONT.</a:t>
            </a:r>
            <a:endParaRPr b="0" i="0" sz="4000" u="none" cap="none" strike="noStrike">
              <a:solidFill>
                <a:srgbClr val="0C0C0C"/>
              </a:solidFill>
              <a:latin typeface="Questrial"/>
              <a:ea typeface="Questrial"/>
              <a:cs typeface="Questrial"/>
              <a:sym typeface="Questrial"/>
            </a:endParaRPr>
          </a:p>
        </p:txBody>
      </p:sp>
      <p:sp>
        <p:nvSpPr>
          <p:cNvPr id="138" name="Google Shape;138;p21"/>
          <p:cNvSpPr txBox="1"/>
          <p:nvPr>
            <p:ph idx="1" type="body"/>
          </p:nvPr>
        </p:nvSpPr>
        <p:spPr>
          <a:xfrm>
            <a:off x="1276350" y="2965094"/>
            <a:ext cx="10452100" cy="5568287"/>
          </a:xfrm>
          <a:prstGeom prst="rect">
            <a:avLst/>
          </a:prstGeom>
          <a:noFill/>
          <a:ln>
            <a:noFill/>
          </a:ln>
        </p:spPr>
        <p:txBody>
          <a:bodyPr anchorCtr="0" anchor="t" bIns="45700" lIns="45700" spcFirstLastPara="1" rIns="45700" wrap="square" tIns="45700">
            <a:noAutofit/>
          </a:bodyPr>
          <a:lstStyle/>
          <a:p>
            <a:pPr indent="-130046" lvl="0" marL="130046" marR="0" rtl="0" algn="l">
              <a:lnSpc>
                <a:spcPct val="90000"/>
              </a:lnSpc>
              <a:spcBef>
                <a:spcPts val="0"/>
              </a:spcBef>
              <a:spcAft>
                <a:spcPts val="0"/>
              </a:spcAft>
              <a:buClr>
                <a:schemeClr val="accent1"/>
              </a:buClr>
              <a:buSzPts val="2844"/>
              <a:buFont typeface="Questrial"/>
              <a:buChar char=" "/>
            </a:pPr>
            <a:r>
              <a:rPr b="0" i="0" lang="en-US" sz="2844" u="sng" cap="none" strike="noStrike">
                <a:solidFill>
                  <a:schemeClr val="dk1"/>
                </a:solidFill>
                <a:latin typeface="Questrial"/>
                <a:ea typeface="Questrial"/>
                <a:cs typeface="Questrial"/>
                <a:sym typeface="Questrial"/>
              </a:rPr>
              <a:t>Parents travelling with their children</a:t>
            </a:r>
            <a:endParaRPr/>
          </a:p>
          <a:p>
            <a:pPr indent="-130046" lvl="0" marL="130046" marR="0" rtl="0" algn="l">
              <a:lnSpc>
                <a:spcPct val="90000"/>
              </a:lnSpc>
              <a:spcBef>
                <a:spcPts val="1991"/>
              </a:spcBef>
              <a:spcAft>
                <a:spcPts val="0"/>
              </a:spcAft>
              <a:buClr>
                <a:schemeClr val="accent1"/>
              </a:buClr>
              <a:buFont typeface="Questrial"/>
              <a:buNone/>
            </a:pPr>
            <a:r>
              <a:rPr b="0" i="0" lang="en-US" sz="2844" u="sng" cap="none" strike="noStrike">
                <a:solidFill>
                  <a:schemeClr val="dk1"/>
                </a:solidFill>
                <a:latin typeface="Questrial"/>
                <a:ea typeface="Questrial"/>
                <a:cs typeface="Questrial"/>
                <a:sym typeface="Questrial"/>
              </a:rPr>
              <a:t> </a:t>
            </a:r>
            <a:r>
              <a:rPr b="0" i="0" lang="en-US" sz="2844" u="none" cap="none" strike="noStrike">
                <a:solidFill>
                  <a:schemeClr val="dk1"/>
                </a:solidFill>
                <a:latin typeface="Questrial"/>
                <a:ea typeface="Questrial"/>
                <a:cs typeface="Questrial"/>
                <a:sym typeface="Questrial"/>
              </a:rPr>
              <a:t>Mother wants to buy tickets for family to go to Miami. She isn’t ready to buy the ticket yet, so she uses the app to select the ticket she is interested in buying and gets notifications about price changes. The family benefits from recommendations of when to buy tickets, which the app offers.  In the airport, they can use the app to find all the shops, food and restrooms in the terminal. On the plane, the father is not seated with the mother and children, but they can use the Bluetooth messaging feature to communicate. After the flight is over, the travel log is recorded, which is added their trip history. </a:t>
            </a:r>
            <a:endParaRPr b="0" i="0" sz="2844"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568"/>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SKETCHES</a:t>
            </a:r>
            <a:endParaRPr b="0" i="0" sz="4000" u="none" cap="none" strike="noStrike">
              <a:solidFill>
                <a:srgbClr val="0C0C0C"/>
              </a:solidFill>
              <a:latin typeface="Questrial"/>
              <a:ea typeface="Questrial"/>
              <a:cs typeface="Questrial"/>
              <a:sym typeface="Questrial"/>
            </a:endParaRPr>
          </a:p>
        </p:txBody>
      </p:sp>
      <p:sp>
        <p:nvSpPr>
          <p:cNvPr descr="Displaying IMG_2076.JPG" id="144" name="Google Shape;14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descr="Displaying IMG_2076.JPG" id="145" name="Google Shape;145;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descr="Displaying IMG_2076.JPG" id="146" name="Google Shape;146;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descr="Displaying IMG_2078.JPG" id="147" name="Google Shape;147;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pic>
        <p:nvPicPr>
          <p:cNvPr id="148" name="Google Shape;148;p22"/>
          <p:cNvPicPr preferRelativeResize="0"/>
          <p:nvPr/>
        </p:nvPicPr>
        <p:blipFill rotWithShape="1">
          <a:blip r:embed="rId3">
            <a:alphaModFix/>
          </a:blip>
          <a:srcRect b="0" l="0" r="0" t="0"/>
          <a:stretch/>
        </p:blipFill>
        <p:spPr>
          <a:xfrm>
            <a:off x="9174480" y="3888424"/>
            <a:ext cx="2286000" cy="3048000"/>
          </a:xfrm>
          <a:prstGeom prst="rect">
            <a:avLst/>
          </a:prstGeom>
          <a:noFill/>
          <a:ln>
            <a:noFill/>
          </a:ln>
        </p:spPr>
      </p:pic>
      <p:pic>
        <p:nvPicPr>
          <p:cNvPr id="149" name="Google Shape;149;p22"/>
          <p:cNvPicPr preferRelativeResize="0"/>
          <p:nvPr/>
        </p:nvPicPr>
        <p:blipFill rotWithShape="1">
          <a:blip r:embed="rId4">
            <a:alphaModFix/>
          </a:blip>
          <a:srcRect b="0" l="0" r="0" t="0"/>
          <a:stretch/>
        </p:blipFill>
        <p:spPr>
          <a:xfrm>
            <a:off x="1625600" y="3987800"/>
            <a:ext cx="2286000" cy="3048000"/>
          </a:xfrm>
          <a:prstGeom prst="rect">
            <a:avLst/>
          </a:prstGeom>
          <a:noFill/>
          <a:ln>
            <a:noFill/>
          </a:ln>
        </p:spPr>
      </p:pic>
      <p:sp>
        <p:nvSpPr>
          <p:cNvPr descr="Displaying IMG_2082.JPG" id="150" name="Google Shape;150;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pic>
        <p:nvPicPr>
          <p:cNvPr id="151" name="Google Shape;151;p22"/>
          <p:cNvPicPr preferRelativeResize="0"/>
          <p:nvPr/>
        </p:nvPicPr>
        <p:blipFill rotWithShape="1">
          <a:blip r:embed="rId5">
            <a:alphaModFix/>
          </a:blip>
          <a:srcRect b="0" l="0" r="0" t="0"/>
          <a:stretch/>
        </p:blipFill>
        <p:spPr>
          <a:xfrm>
            <a:off x="5245100" y="3987800"/>
            <a:ext cx="2286000" cy="3048000"/>
          </a:xfrm>
          <a:prstGeom prst="rect">
            <a:avLst/>
          </a:prstGeom>
          <a:noFill/>
          <a:ln>
            <a:noFill/>
          </a:ln>
        </p:spPr>
      </p:pic>
      <p:sp>
        <p:nvSpPr>
          <p:cNvPr id="152" name="Google Shape;152;p22"/>
          <p:cNvSpPr txBox="1"/>
          <p:nvPr/>
        </p:nvSpPr>
        <p:spPr>
          <a:xfrm>
            <a:off x="1625600" y="3064470"/>
            <a:ext cx="2286000"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Flight booking recommendations/ tracking</a:t>
            </a:r>
            <a:endParaRPr b="0" i="0" sz="1800" u="none" cap="none" strike="noStrike">
              <a:solidFill>
                <a:srgbClr val="000000"/>
              </a:solidFill>
              <a:latin typeface="Gill Sans"/>
              <a:ea typeface="Gill Sans"/>
              <a:cs typeface="Gill Sans"/>
              <a:sym typeface="Gill Sans"/>
            </a:endParaRPr>
          </a:p>
        </p:txBody>
      </p:sp>
      <p:sp>
        <p:nvSpPr>
          <p:cNvPr id="153" name="Google Shape;153;p22"/>
          <p:cNvSpPr txBox="1"/>
          <p:nvPr/>
        </p:nvSpPr>
        <p:spPr>
          <a:xfrm>
            <a:off x="5245100" y="2965094"/>
            <a:ext cx="2286000"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Airplane info/features, prices adjusted for bags</a:t>
            </a:r>
            <a:endParaRPr b="0" i="0" sz="1800" u="none" cap="none" strike="noStrike">
              <a:solidFill>
                <a:srgbClr val="000000"/>
              </a:solidFill>
              <a:latin typeface="Gill Sans"/>
              <a:ea typeface="Gill Sans"/>
              <a:cs typeface="Gill Sans"/>
              <a:sym typeface="Gill Sans"/>
            </a:endParaRPr>
          </a:p>
        </p:txBody>
      </p:sp>
      <p:sp>
        <p:nvSpPr>
          <p:cNvPr id="154" name="Google Shape;154;p22"/>
          <p:cNvSpPr txBox="1"/>
          <p:nvPr/>
        </p:nvSpPr>
        <p:spPr>
          <a:xfrm>
            <a:off x="9174480" y="3064470"/>
            <a:ext cx="2286000"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Terminal map and info(lounges)</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SKETCHES CONT.</a:t>
            </a:r>
            <a:endParaRPr b="0" i="0" sz="4000" u="none" cap="none" strike="noStrike">
              <a:solidFill>
                <a:srgbClr val="0C0C0C"/>
              </a:solidFill>
              <a:latin typeface="Questrial"/>
              <a:ea typeface="Questrial"/>
              <a:cs typeface="Questrial"/>
              <a:sym typeface="Questrial"/>
            </a:endParaRPr>
          </a:p>
        </p:txBody>
      </p:sp>
      <p:sp>
        <p:nvSpPr>
          <p:cNvPr descr="Displaying IMG_2076.JPG" id="160" name="Google Shape;160;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descr="Displaying IMG_2076.JPG" id="161" name="Google Shape;161;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descr="Displaying IMG_2076.JPG" id="162" name="Google Shape;162;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pic>
        <p:nvPicPr>
          <p:cNvPr id="163" name="Google Shape;163;p23"/>
          <p:cNvPicPr preferRelativeResize="0"/>
          <p:nvPr/>
        </p:nvPicPr>
        <p:blipFill rotWithShape="1">
          <a:blip r:embed="rId3">
            <a:alphaModFix/>
          </a:blip>
          <a:srcRect b="0" l="0" r="0" t="0"/>
          <a:stretch/>
        </p:blipFill>
        <p:spPr>
          <a:xfrm>
            <a:off x="1320800" y="3797300"/>
            <a:ext cx="2286000" cy="3048000"/>
          </a:xfrm>
          <a:prstGeom prst="rect">
            <a:avLst/>
          </a:prstGeom>
          <a:noFill/>
          <a:ln>
            <a:noFill/>
          </a:ln>
        </p:spPr>
      </p:pic>
      <p:pic>
        <p:nvPicPr>
          <p:cNvPr id="164" name="Google Shape;164;p23"/>
          <p:cNvPicPr preferRelativeResize="0"/>
          <p:nvPr/>
        </p:nvPicPr>
        <p:blipFill rotWithShape="1">
          <a:blip r:embed="rId4">
            <a:alphaModFix/>
          </a:blip>
          <a:srcRect b="0" l="0" r="0" t="0"/>
          <a:stretch/>
        </p:blipFill>
        <p:spPr>
          <a:xfrm>
            <a:off x="5339080" y="3797300"/>
            <a:ext cx="2286000" cy="3048000"/>
          </a:xfrm>
          <a:prstGeom prst="rect">
            <a:avLst/>
          </a:prstGeom>
          <a:noFill/>
          <a:ln>
            <a:noFill/>
          </a:ln>
        </p:spPr>
      </p:pic>
      <p:sp>
        <p:nvSpPr>
          <p:cNvPr descr="Displaying IMG_2078.JPG" id="165" name="Google Shape;165;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pic>
        <p:nvPicPr>
          <p:cNvPr id="166" name="Google Shape;166;p23"/>
          <p:cNvPicPr preferRelativeResize="0"/>
          <p:nvPr/>
        </p:nvPicPr>
        <p:blipFill rotWithShape="1">
          <a:blip r:embed="rId5">
            <a:alphaModFix/>
          </a:blip>
          <a:srcRect b="0" l="0" r="0" t="0"/>
          <a:stretch/>
        </p:blipFill>
        <p:spPr>
          <a:xfrm>
            <a:off x="9174480" y="3797300"/>
            <a:ext cx="2286000" cy="3048000"/>
          </a:xfrm>
          <a:prstGeom prst="rect">
            <a:avLst/>
          </a:prstGeom>
          <a:noFill/>
          <a:ln>
            <a:noFill/>
          </a:ln>
        </p:spPr>
      </p:pic>
      <p:sp>
        <p:nvSpPr>
          <p:cNvPr descr="Displaying IMG_2082.JPG" id="167" name="Google Shape;167;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t/>
            </a:r>
            <a:endParaRPr b="0" i="0" sz="3800" u="none" cap="none" strike="noStrike">
              <a:solidFill>
                <a:srgbClr val="000000"/>
              </a:solidFill>
              <a:latin typeface="Gill Sans"/>
              <a:ea typeface="Gill Sans"/>
              <a:cs typeface="Gill Sans"/>
              <a:sym typeface="Gill Sans"/>
            </a:endParaRPr>
          </a:p>
        </p:txBody>
      </p:sp>
      <p:sp>
        <p:nvSpPr>
          <p:cNvPr id="168" name="Google Shape;168;p23"/>
          <p:cNvSpPr txBox="1"/>
          <p:nvPr/>
        </p:nvSpPr>
        <p:spPr>
          <a:xfrm>
            <a:off x="1320800" y="2873970"/>
            <a:ext cx="2286000"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Bluetooth in-flight messaging</a:t>
            </a:r>
            <a:endParaRPr b="0" i="0" sz="1800" u="none" cap="none" strike="noStrike">
              <a:solidFill>
                <a:srgbClr val="000000"/>
              </a:solidFill>
              <a:latin typeface="Gill Sans"/>
              <a:ea typeface="Gill Sans"/>
              <a:cs typeface="Gill Sans"/>
              <a:sym typeface="Gill Sans"/>
            </a:endParaRPr>
          </a:p>
        </p:txBody>
      </p:sp>
      <p:sp>
        <p:nvSpPr>
          <p:cNvPr id="169" name="Google Shape;169;p23"/>
          <p:cNvSpPr txBox="1"/>
          <p:nvPr/>
        </p:nvSpPr>
        <p:spPr>
          <a:xfrm>
            <a:off x="5339080" y="3058636"/>
            <a:ext cx="2286000" cy="36933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Flight log history</a:t>
            </a:r>
            <a:endParaRPr b="0" i="0" sz="1800" u="none" cap="none" strike="noStrike">
              <a:solidFill>
                <a:srgbClr val="000000"/>
              </a:solidFill>
              <a:latin typeface="Gill Sans"/>
              <a:ea typeface="Gill Sans"/>
              <a:cs typeface="Gill Sans"/>
              <a:sym typeface="Gill Sans"/>
            </a:endParaRPr>
          </a:p>
        </p:txBody>
      </p:sp>
      <p:sp>
        <p:nvSpPr>
          <p:cNvPr id="170" name="Google Shape;170;p23"/>
          <p:cNvSpPr txBox="1"/>
          <p:nvPr/>
        </p:nvSpPr>
        <p:spPr>
          <a:xfrm>
            <a:off x="9174480" y="2873970"/>
            <a:ext cx="2286000"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Gill Sans"/>
              <a:buNone/>
            </a:pPr>
            <a:r>
              <a:rPr b="0" i="0" lang="en-US" sz="1800" u="none" cap="none" strike="noStrike">
                <a:solidFill>
                  <a:srgbClr val="000000"/>
                </a:solidFill>
                <a:latin typeface="Gill Sans"/>
                <a:ea typeface="Gill Sans"/>
                <a:cs typeface="Gill Sans"/>
                <a:sym typeface="Gill Sans"/>
              </a:rPr>
              <a:t>Individual flight log/ diary entry</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POTENTIAL PROBLEMS</a:t>
            </a:r>
            <a:endParaRPr b="0" i="0" sz="4000" u="none" cap="none" strike="noStrike">
              <a:solidFill>
                <a:srgbClr val="0C0C0C"/>
              </a:solidFill>
              <a:latin typeface="Questrial"/>
              <a:ea typeface="Questrial"/>
              <a:cs typeface="Questrial"/>
              <a:sym typeface="Questrial"/>
            </a:endParaRPr>
          </a:p>
        </p:txBody>
      </p:sp>
      <p:sp>
        <p:nvSpPr>
          <p:cNvPr id="176" name="Google Shape;176;p24"/>
          <p:cNvSpPr txBox="1"/>
          <p:nvPr>
            <p:ph idx="1" type="body"/>
          </p:nvPr>
        </p:nvSpPr>
        <p:spPr>
          <a:xfrm>
            <a:off x="1276350" y="2887579"/>
            <a:ext cx="10452100" cy="5568287"/>
          </a:xfrm>
          <a:prstGeom prst="rect">
            <a:avLst/>
          </a:prstGeom>
          <a:noFill/>
          <a:ln>
            <a:noFill/>
          </a:ln>
        </p:spPr>
        <p:txBody>
          <a:bodyPr anchorCtr="0" anchor="t" bIns="45700" lIns="45700" spcFirstLastPara="1" rIns="45700" wrap="square" tIns="45700">
            <a:noAutofit/>
          </a:bodyPr>
          <a:lstStyle/>
          <a:p>
            <a:pPr indent="50548" lvl="0" marL="130046" marR="0" rtl="0" algn="l">
              <a:lnSpc>
                <a:spcPct val="90000"/>
              </a:lnSpc>
              <a:spcBef>
                <a:spcPts val="0"/>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50548" lvl="0" marL="130046" marR="0" rtl="0" algn="l">
              <a:lnSpc>
                <a:spcPct val="90000"/>
              </a:lnSpc>
              <a:spcBef>
                <a:spcPts val="1991"/>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Some information may not be 100% accurate, such as location of shops. Fare predictions may also be inaccurate.</a:t>
            </a:r>
            <a:endParaRPr/>
          </a:p>
          <a:p>
            <a:pPr indent="-205425" lvl="2" marL="637225" marR="0" rtl="0" algn="l">
              <a:lnSpc>
                <a:spcPct val="90000"/>
              </a:lnSpc>
              <a:spcBef>
                <a:spcPts val="853"/>
              </a:spcBef>
              <a:spcAft>
                <a:spcPts val="0"/>
              </a:spcAft>
              <a:buClr>
                <a:schemeClr val="accent1"/>
              </a:buClr>
              <a:buSzPts val="2000"/>
              <a:buFont typeface="Merriweather Sans"/>
              <a:buChar char="‣"/>
            </a:pPr>
            <a:r>
              <a:rPr b="0" i="0" lang="en-US" sz="2000" u="none" cap="none" strike="noStrike">
                <a:solidFill>
                  <a:schemeClr val="dk1"/>
                </a:solidFill>
                <a:latin typeface="Questrial"/>
                <a:ea typeface="Questrial"/>
                <a:cs typeface="Questrial"/>
                <a:sym typeface="Questrial"/>
              </a:rPr>
              <a:t>To remedy this, it is necessary to monitor, verify, update and learn from errors. Users can submit feedback.</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Bluetooth may not always be reliable, especially across greater distances. </a:t>
            </a:r>
            <a:endParaRPr/>
          </a:p>
          <a:p>
            <a:pPr indent="-205425" lvl="2" marL="637225" marR="0" rtl="0" algn="l">
              <a:lnSpc>
                <a:spcPct val="90000"/>
              </a:lnSpc>
              <a:spcBef>
                <a:spcPts val="853"/>
              </a:spcBef>
              <a:spcAft>
                <a:spcPts val="0"/>
              </a:spcAft>
              <a:buClr>
                <a:schemeClr val="accent1"/>
              </a:buClr>
              <a:buSzPts val="2000"/>
              <a:buFont typeface="Merriweather Sans"/>
              <a:buChar char="‣"/>
            </a:pPr>
            <a:r>
              <a:rPr b="0" i="0" lang="en-US" sz="2000" u="none" cap="none" strike="noStrike">
                <a:solidFill>
                  <a:schemeClr val="dk1"/>
                </a:solidFill>
                <a:latin typeface="Questrial"/>
                <a:ea typeface="Questrial"/>
                <a:cs typeface="Questrial"/>
                <a:sym typeface="Questrial"/>
              </a:rPr>
              <a:t>More research should be done to ensure functionality.</a:t>
            </a:r>
            <a:endParaRPr b="0" i="0" sz="2000" u="none" cap="none" strike="noStrike">
              <a:solidFill>
                <a:schemeClr val="dk1"/>
              </a:solidFill>
              <a:latin typeface="Questrial"/>
              <a:ea typeface="Questrial"/>
              <a:cs typeface="Questrial"/>
              <a:sym typeface="Questrial"/>
            </a:endParaRPr>
          </a:p>
          <a:p>
            <a:pPr indent="-54807" lvl="1" marL="377133" marR="0" rtl="0" algn="l">
              <a:lnSpc>
                <a:spcPct val="90000"/>
              </a:lnSpc>
              <a:spcBef>
                <a:spcPts val="853"/>
              </a:spcBef>
              <a:spcAft>
                <a:spcPts val="0"/>
              </a:spcAft>
              <a:buClr>
                <a:schemeClr val="accent1"/>
              </a:buClr>
              <a:buSzPts val="2276"/>
              <a:buFont typeface="Merriweather San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INSIGHTS</a:t>
            </a:r>
            <a:endParaRPr b="0" i="0" sz="4000" u="none" cap="none" strike="noStrike">
              <a:solidFill>
                <a:srgbClr val="0C0C0C"/>
              </a:solidFill>
              <a:latin typeface="Questrial"/>
              <a:ea typeface="Questrial"/>
              <a:cs typeface="Questrial"/>
              <a:sym typeface="Questrial"/>
            </a:endParaRPr>
          </a:p>
        </p:txBody>
      </p:sp>
      <p:sp>
        <p:nvSpPr>
          <p:cNvPr id="182" name="Google Shape;182;p25"/>
          <p:cNvSpPr txBox="1"/>
          <p:nvPr>
            <p:ph idx="1" type="body"/>
          </p:nvPr>
        </p:nvSpPr>
        <p:spPr>
          <a:xfrm>
            <a:off x="1276350" y="2887579"/>
            <a:ext cx="10452100" cy="5568287"/>
          </a:xfrm>
          <a:prstGeom prst="rect">
            <a:avLst/>
          </a:prstGeom>
          <a:noFill/>
          <a:ln>
            <a:noFill/>
          </a:ln>
        </p:spPr>
        <p:txBody>
          <a:bodyPr anchorCtr="0" anchor="t" bIns="45700" lIns="45700" spcFirstLastPara="1" rIns="45700" wrap="square" tIns="45700">
            <a:noAutofit/>
          </a:bodyPr>
          <a:lstStyle/>
          <a:p>
            <a:pPr indent="50548" lvl="0" marL="130046" marR="0" rtl="0" algn="l">
              <a:lnSpc>
                <a:spcPct val="90000"/>
              </a:lnSpc>
              <a:spcBef>
                <a:spcPts val="0"/>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50548" lvl="0" marL="130046" marR="0" rtl="0" algn="l">
              <a:lnSpc>
                <a:spcPct val="90000"/>
              </a:lnSpc>
              <a:spcBef>
                <a:spcPts val="1991"/>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Each step of the assignment help me to better understand my idea. </a:t>
            </a:r>
            <a:endParaRPr b="0" i="0" sz="2276" u="none" cap="none" strike="noStrike">
              <a:solidFill>
                <a:schemeClr val="dk1"/>
              </a:solidFill>
              <a:latin typeface="Questrial"/>
              <a:ea typeface="Questrial"/>
              <a:cs typeface="Questrial"/>
              <a:sym typeface="Questrial"/>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My idea was not much at first but as I worked on the assignment with the steps the idea was more clear, and I was able to come up with additional features and expand on my thoughts.</a:t>
            </a:r>
            <a:endParaRPr/>
          </a:p>
          <a:p>
            <a:pPr indent="-199333" lvl="1" marL="377133" marR="0" rtl="0" algn="l">
              <a:lnSpc>
                <a:spcPct val="90000"/>
              </a:lnSpc>
              <a:spcBef>
                <a:spcPts val="853"/>
              </a:spcBef>
              <a:spcAft>
                <a:spcPts val="0"/>
              </a:spcAft>
              <a:buClr>
                <a:schemeClr val="accent1"/>
              </a:buClr>
              <a:buSzPts val="2276"/>
              <a:buFont typeface="Merriweather Sans"/>
              <a:buChar char="‣"/>
            </a:pPr>
            <a:r>
              <a:rPr b="0" i="0" lang="en-US" sz="2276" u="none" cap="none" strike="noStrike">
                <a:solidFill>
                  <a:schemeClr val="dk1"/>
                </a:solidFill>
                <a:latin typeface="Questrial"/>
                <a:ea typeface="Questrial"/>
                <a:cs typeface="Questrial"/>
                <a:sym typeface="Questrial"/>
              </a:rPr>
              <a:t>The sketching was something that was the icing on the cake for the idea. If I wasn’t sure about something the sketch made me more sure about it.</a:t>
            </a:r>
            <a:endParaRPr/>
          </a:p>
          <a:p>
            <a:pPr indent="-199333" lvl="1" marL="377133" marR="0" rtl="0" algn="l">
              <a:lnSpc>
                <a:spcPct val="90000"/>
              </a:lnSpc>
              <a:spcBef>
                <a:spcPts val="853"/>
              </a:spcBef>
              <a:spcAft>
                <a:spcPts val="0"/>
              </a:spcAft>
              <a:buClr>
                <a:schemeClr val="accent1"/>
              </a:buClr>
              <a:buFont typeface="Noto Sans Symbol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1092403" y="832307"/>
            <a:ext cx="10368077" cy="2132787"/>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C0C0C"/>
              </a:buClr>
              <a:buFont typeface="Questrial"/>
              <a:buNone/>
            </a:pPr>
            <a:r>
              <a:rPr b="0" i="0" lang="en-US" sz="4000" u="none" cap="none" strike="noStrike">
                <a:solidFill>
                  <a:srgbClr val="0C0C0C"/>
                </a:solidFill>
                <a:latin typeface="Questrial"/>
                <a:ea typeface="Questrial"/>
                <a:cs typeface="Questrial"/>
                <a:sym typeface="Questrial"/>
              </a:rPr>
              <a:t>OTHER IDEAS</a:t>
            </a:r>
            <a:endParaRPr b="0" i="0" sz="4000" u="none" cap="none" strike="noStrike">
              <a:solidFill>
                <a:srgbClr val="0C0C0C"/>
              </a:solidFill>
              <a:latin typeface="Questrial"/>
              <a:ea typeface="Questrial"/>
              <a:cs typeface="Questrial"/>
              <a:sym typeface="Questrial"/>
            </a:endParaRPr>
          </a:p>
        </p:txBody>
      </p:sp>
      <p:sp>
        <p:nvSpPr>
          <p:cNvPr id="188" name="Google Shape;188;p26"/>
          <p:cNvSpPr txBox="1"/>
          <p:nvPr>
            <p:ph idx="1" type="body"/>
          </p:nvPr>
        </p:nvSpPr>
        <p:spPr>
          <a:xfrm>
            <a:off x="1276350" y="2887579"/>
            <a:ext cx="10452100" cy="5568287"/>
          </a:xfrm>
          <a:prstGeom prst="rect">
            <a:avLst/>
          </a:prstGeom>
          <a:noFill/>
          <a:ln>
            <a:noFill/>
          </a:ln>
        </p:spPr>
        <p:txBody>
          <a:bodyPr anchorCtr="0" anchor="t" bIns="45700" lIns="45700" spcFirstLastPara="1" rIns="45700" wrap="square" tIns="45700">
            <a:noAutofit/>
          </a:bodyPr>
          <a:lstStyle/>
          <a:p>
            <a:pPr indent="50548" lvl="0" marL="130046" marR="0" rtl="0" algn="l">
              <a:lnSpc>
                <a:spcPct val="90000"/>
              </a:lnSpc>
              <a:spcBef>
                <a:spcPts val="0"/>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50548" lvl="0" marL="130046" marR="0" rtl="0" algn="l">
              <a:lnSpc>
                <a:spcPct val="90000"/>
              </a:lnSpc>
              <a:spcBef>
                <a:spcPts val="1991"/>
              </a:spcBef>
              <a:spcAft>
                <a:spcPts val="0"/>
              </a:spcAft>
              <a:buClr>
                <a:schemeClr val="accent1"/>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accent1"/>
              </a:buClr>
              <a:buFont typeface="Noto Sans Symbols"/>
              <a:buNone/>
            </a:pPr>
            <a:r>
              <a:t/>
            </a:r>
            <a:endParaRPr b="0" i="0" sz="2276" u="none" cap="none" strike="noStrike">
              <a:solidFill>
                <a:schemeClr val="dk1"/>
              </a:solidFill>
              <a:latin typeface="Questrial"/>
              <a:ea typeface="Questrial"/>
              <a:cs typeface="Questrial"/>
              <a:sym typeface="Questrial"/>
            </a:endParaRPr>
          </a:p>
        </p:txBody>
      </p:sp>
      <p:sp>
        <p:nvSpPr>
          <p:cNvPr id="189" name="Google Shape;189;p26"/>
          <p:cNvSpPr txBox="1"/>
          <p:nvPr/>
        </p:nvSpPr>
        <p:spPr>
          <a:xfrm>
            <a:off x="1428750" y="3039979"/>
            <a:ext cx="10452100" cy="5568287"/>
          </a:xfrm>
          <a:prstGeom prst="rect">
            <a:avLst/>
          </a:prstGeom>
          <a:noFill/>
          <a:ln>
            <a:noFill/>
          </a:ln>
        </p:spPr>
        <p:txBody>
          <a:bodyPr anchorCtr="0" anchor="t" bIns="45700" lIns="45700" spcFirstLastPara="1" rIns="45700" wrap="square" tIns="45700">
            <a:noAutofit/>
          </a:bodyPr>
          <a:lstStyle/>
          <a:p>
            <a:pPr indent="50548" lvl="0" marL="130046" marR="0" rtl="0" algn="l">
              <a:lnSpc>
                <a:spcPct val="90000"/>
              </a:lnSpc>
              <a:spcBef>
                <a:spcPts val="0"/>
              </a:spcBef>
              <a:spcAft>
                <a:spcPts val="0"/>
              </a:spcAft>
              <a:buClr>
                <a:srgbClr val="000000"/>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50548" lvl="0" marL="130046" marR="0" rtl="0" algn="l">
              <a:lnSpc>
                <a:spcPct val="90000"/>
              </a:lnSpc>
              <a:spcBef>
                <a:spcPts val="1991"/>
              </a:spcBef>
              <a:spcAft>
                <a:spcPts val="0"/>
              </a:spcAft>
              <a:buClr>
                <a:srgbClr val="000000"/>
              </a:buClr>
              <a:buSzPts val="2844"/>
              <a:buFont typeface="Questrial"/>
              <a:buNone/>
            </a:pPr>
            <a:r>
              <a:t/>
            </a:r>
            <a:endParaRPr b="0" i="0" sz="2844" u="sng" cap="none" strike="noStrike">
              <a:solidFill>
                <a:schemeClr val="dk1"/>
              </a:solidFill>
              <a:latin typeface="Questrial"/>
              <a:ea typeface="Questrial"/>
              <a:cs typeface="Questrial"/>
              <a:sym typeface="Questrial"/>
            </a:endParaRPr>
          </a:p>
          <a:p>
            <a:pPr indent="-199333" lvl="1" marL="377133" marR="0" rtl="0" algn="l">
              <a:lnSpc>
                <a:spcPct val="90000"/>
              </a:lnSpc>
              <a:spcBef>
                <a:spcPts val="568"/>
              </a:spcBef>
              <a:spcAft>
                <a:spcPts val="0"/>
              </a:spcAft>
              <a:buClr>
                <a:schemeClr val="dk1"/>
              </a:buClr>
              <a:buSzPts val="2276"/>
              <a:buFont typeface="Merriweather Sans"/>
              <a:buChar char="‣"/>
            </a:pPr>
            <a:r>
              <a:rPr b="0" i="0" lang="en-US" sz="2276" u="none" cap="none" strike="noStrike">
                <a:solidFill>
                  <a:schemeClr val="dk1"/>
                </a:solidFill>
                <a:latin typeface="Questrial"/>
                <a:ea typeface="Questrial"/>
                <a:cs typeface="Questrial"/>
                <a:sym typeface="Questrial"/>
              </a:rPr>
              <a:t>Going on a cruise</a:t>
            </a:r>
            <a:endParaRPr/>
          </a:p>
          <a:p>
            <a:pPr indent="-199333" lvl="1" marL="377133" marR="0" rtl="0" algn="l">
              <a:lnSpc>
                <a:spcPct val="90000"/>
              </a:lnSpc>
              <a:spcBef>
                <a:spcPts val="853"/>
              </a:spcBef>
              <a:spcAft>
                <a:spcPts val="0"/>
              </a:spcAft>
              <a:buClr>
                <a:schemeClr val="dk1"/>
              </a:buClr>
              <a:buSzPts val="2276"/>
              <a:buFont typeface="Merriweather Sans"/>
              <a:buChar char="‣"/>
            </a:pPr>
            <a:r>
              <a:rPr b="0" i="0" lang="en-US" sz="2276" u="none" cap="none" strike="noStrike">
                <a:solidFill>
                  <a:schemeClr val="dk1"/>
                </a:solidFill>
                <a:latin typeface="Questrial"/>
                <a:ea typeface="Questrial"/>
                <a:cs typeface="Questrial"/>
                <a:sym typeface="Questrial"/>
              </a:rPr>
              <a:t>Going to a basketball or sports game</a:t>
            </a:r>
            <a:endParaRPr/>
          </a:p>
          <a:p>
            <a:pPr indent="-199333" lvl="1" marL="377133" marR="0" rtl="0" algn="l">
              <a:lnSpc>
                <a:spcPct val="90000"/>
              </a:lnSpc>
              <a:spcBef>
                <a:spcPts val="853"/>
              </a:spcBef>
              <a:spcAft>
                <a:spcPts val="0"/>
              </a:spcAft>
              <a:buClr>
                <a:schemeClr val="dk1"/>
              </a:buClr>
              <a:buSzPts val="2276"/>
              <a:buFont typeface="Merriweather Sans"/>
              <a:buChar char="‣"/>
            </a:pPr>
            <a:r>
              <a:rPr b="0" i="0" lang="en-US" sz="2276" u="none" cap="none" strike="noStrike">
                <a:solidFill>
                  <a:schemeClr val="dk1"/>
                </a:solidFill>
                <a:latin typeface="Questrial"/>
                <a:ea typeface="Questrial"/>
                <a:cs typeface="Questrial"/>
                <a:sym typeface="Questrial"/>
              </a:rPr>
              <a:t>Going to the doctor</a:t>
            </a:r>
            <a:endParaRPr/>
          </a:p>
          <a:p>
            <a:pPr indent="-199333" lvl="1" marL="377133" marR="0" rtl="0" algn="l">
              <a:lnSpc>
                <a:spcPct val="90000"/>
              </a:lnSpc>
              <a:spcBef>
                <a:spcPts val="853"/>
              </a:spcBef>
              <a:spcAft>
                <a:spcPts val="0"/>
              </a:spcAft>
              <a:buClr>
                <a:schemeClr val="dk1"/>
              </a:buClr>
              <a:buSzPts val="2276"/>
              <a:buFont typeface="Merriweather Sans"/>
              <a:buChar char="‣"/>
            </a:pPr>
            <a:r>
              <a:rPr b="0" i="0" lang="en-US" sz="2276" u="none" cap="none" strike="noStrike">
                <a:solidFill>
                  <a:schemeClr val="dk1"/>
                </a:solidFill>
                <a:latin typeface="Questrial"/>
                <a:ea typeface="Questrial"/>
                <a:cs typeface="Questrial"/>
                <a:sym typeface="Questrial"/>
              </a:rPr>
              <a:t>Going for a run, running in a marathon</a:t>
            </a:r>
            <a:endParaRPr/>
          </a:p>
          <a:p>
            <a:pPr indent="-199333" lvl="1" marL="377133" marR="0" rtl="0" algn="l">
              <a:lnSpc>
                <a:spcPct val="90000"/>
              </a:lnSpc>
              <a:spcBef>
                <a:spcPts val="853"/>
              </a:spcBef>
              <a:spcAft>
                <a:spcPts val="0"/>
              </a:spcAft>
              <a:buClr>
                <a:schemeClr val="dk1"/>
              </a:buClr>
              <a:buSzPts val="2276"/>
              <a:buFont typeface="Merriweather Sans"/>
              <a:buChar char="‣"/>
            </a:pPr>
            <a:r>
              <a:rPr b="0" i="0" lang="en-US" sz="2276" u="none" cap="none" strike="noStrike">
                <a:solidFill>
                  <a:schemeClr val="dk1"/>
                </a:solidFill>
                <a:latin typeface="Questrial"/>
                <a:ea typeface="Questrial"/>
                <a:cs typeface="Questrial"/>
                <a:sym typeface="Questrial"/>
              </a:rPr>
              <a:t>Going to an Art museum</a:t>
            </a:r>
            <a:endParaRPr b="0" i="0" sz="2276" u="none" cap="none" strike="noStrike">
              <a:solidFill>
                <a:schemeClr val="dk1"/>
              </a:solidFill>
              <a:latin typeface="Questrial"/>
              <a:ea typeface="Questrial"/>
              <a:cs typeface="Questrial"/>
              <a:sym typeface="Questrial"/>
            </a:endParaRPr>
          </a:p>
          <a:p>
            <a:pPr indent="-199333" lvl="1" marL="377133" marR="0" rtl="0" algn="l">
              <a:lnSpc>
                <a:spcPct val="90000"/>
              </a:lnSpc>
              <a:spcBef>
                <a:spcPts val="853"/>
              </a:spcBef>
              <a:spcAft>
                <a:spcPts val="0"/>
              </a:spcAft>
              <a:buClr>
                <a:srgbClr val="000000"/>
              </a:buClr>
              <a:buFont typeface="Noto Sans Symbols"/>
              <a:buNone/>
            </a:pPr>
            <a:r>
              <a:t/>
            </a:r>
            <a:endParaRPr b="0" i="0" sz="2276" u="none" cap="none" strike="noStrike">
              <a:solidFill>
                <a:schemeClr val="dk1"/>
              </a:solidFill>
              <a:latin typeface="Questrial"/>
              <a:ea typeface="Questrial"/>
              <a:cs typeface="Questrial"/>
              <a:sym typeface="Quest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Custom 1">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521B92"/>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